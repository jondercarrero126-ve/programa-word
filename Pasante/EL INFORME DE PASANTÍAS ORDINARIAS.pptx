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4" r:id="rId1"/>
    <p:sldMasterId id="2147483926" r:id="rId2"/>
  </p:sldMasterIdLst>
  <p:notesMasterIdLst>
    <p:notesMasterId r:id="rId29"/>
  </p:notesMasterIdLst>
  <p:handoutMasterIdLst>
    <p:handoutMasterId r:id="rId30"/>
  </p:handoutMasterIdLst>
  <p:sldIdLst>
    <p:sldId id="256" r:id="rId3"/>
    <p:sldId id="306" r:id="rId4"/>
    <p:sldId id="323" r:id="rId5"/>
    <p:sldId id="334" r:id="rId6"/>
    <p:sldId id="335" r:id="rId7"/>
    <p:sldId id="336" r:id="rId8"/>
    <p:sldId id="337" r:id="rId9"/>
    <p:sldId id="338" r:id="rId10"/>
    <p:sldId id="340" r:id="rId11"/>
    <p:sldId id="307" r:id="rId12"/>
    <p:sldId id="308" r:id="rId13"/>
    <p:sldId id="309" r:id="rId14"/>
    <p:sldId id="310" r:id="rId15"/>
    <p:sldId id="311" r:id="rId16"/>
    <p:sldId id="312" r:id="rId17"/>
    <p:sldId id="313" r:id="rId18"/>
    <p:sldId id="339" r:id="rId19"/>
    <p:sldId id="330" r:id="rId20"/>
    <p:sldId id="314" r:id="rId21"/>
    <p:sldId id="331" r:id="rId22"/>
    <p:sldId id="332" r:id="rId23"/>
    <p:sldId id="319" r:id="rId24"/>
    <p:sldId id="333" r:id="rId25"/>
    <p:sldId id="321" r:id="rId26"/>
    <p:sldId id="322" r:id="rId27"/>
    <p:sldId id="327" r:id="rId28"/>
  </p:sldIdLst>
  <p:sldSz cx="9144000" cy="6858000" type="screen4x3"/>
  <p:notesSz cx="6858000" cy="9144000"/>
  <p:custDataLst>
    <p:tags r:id="rId31"/>
  </p:custDataLst>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FFF66"/>
    <a:srgbClr val="0066FF"/>
    <a:srgbClr val="FFCC66"/>
    <a:srgbClr val="FFCC00"/>
    <a:srgbClr val="3333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4" autoAdjust="0"/>
  </p:normalViewPr>
  <p:slideViewPr>
    <p:cSldViewPr>
      <p:cViewPr varScale="1">
        <p:scale>
          <a:sx n="66" d="100"/>
          <a:sy n="66" d="100"/>
        </p:scale>
        <p:origin x="-142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s-ES"/>
          </a:p>
        </p:txBody>
      </p:sp>
      <p:sp>
        <p:nvSpPr>
          <p:cNvPr id="153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s-ES"/>
          </a:p>
        </p:txBody>
      </p:sp>
      <p:sp>
        <p:nvSpPr>
          <p:cNvPr id="153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s-ES"/>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C4A3F486-EB9F-47AA-94DD-C589E5C2C521}" type="slidenum">
              <a:rPr lang="es-ES"/>
              <a:pPr>
                <a:defRPr/>
              </a:pPr>
              <a:t>‹Nº›</a:t>
            </a:fld>
            <a:endParaRPr lang="es-ES"/>
          </a:p>
        </p:txBody>
      </p:sp>
    </p:spTree>
    <p:extLst>
      <p:ext uri="{BB962C8B-B14F-4D97-AF65-F5344CB8AC3E}">
        <p14:creationId xmlns:p14="http://schemas.microsoft.com/office/powerpoint/2010/main" val="34267537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s-ES"/>
          </a:p>
        </p:txBody>
      </p:sp>
      <p:sp>
        <p:nvSpPr>
          <p:cNvPr id="1433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s-ES"/>
          </a:p>
        </p:txBody>
      </p:sp>
      <p:sp>
        <p:nvSpPr>
          <p:cNvPr id="553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434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s-ES"/>
          </a:p>
        </p:txBody>
      </p:sp>
      <p:sp>
        <p:nvSpPr>
          <p:cNvPr id="1434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FD77E5E3-728D-476D-852E-79EA769DD964}" type="slidenum">
              <a:rPr lang="es-ES"/>
              <a:pPr>
                <a:defRPr/>
              </a:pPr>
              <a:t>‹Nº›</a:t>
            </a:fld>
            <a:endParaRPr lang="es-ES"/>
          </a:p>
        </p:txBody>
      </p:sp>
    </p:spTree>
    <p:extLst>
      <p:ext uri="{BB962C8B-B14F-4D97-AF65-F5344CB8AC3E}">
        <p14:creationId xmlns:p14="http://schemas.microsoft.com/office/powerpoint/2010/main" val="358086240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mn-ea"/>
        <a:cs typeface="+mn-cs"/>
      </a:defRPr>
    </a:lvl1pPr>
    <a:lvl2pPr marL="457200" algn="l" rtl="0" fontAlgn="base">
      <a:spcBef>
        <a:spcPct val="30000"/>
      </a:spcBef>
      <a:spcAft>
        <a:spcPct val="0"/>
      </a:spcAft>
      <a:defRPr kumimoji="1" sz="1200" kern="1200">
        <a:solidFill>
          <a:schemeClr val="tx1"/>
        </a:solidFill>
        <a:latin typeface="Arial" charset="0"/>
        <a:ea typeface="+mn-ea"/>
        <a:cs typeface="+mn-cs"/>
      </a:defRPr>
    </a:lvl2pPr>
    <a:lvl3pPr marL="914400" algn="l" rtl="0" fontAlgn="base">
      <a:spcBef>
        <a:spcPct val="30000"/>
      </a:spcBef>
      <a:spcAft>
        <a:spcPct val="0"/>
      </a:spcAft>
      <a:defRPr kumimoji="1" sz="1200" kern="1200">
        <a:solidFill>
          <a:schemeClr val="tx1"/>
        </a:solidFill>
        <a:latin typeface="Arial" charset="0"/>
        <a:ea typeface="+mn-ea"/>
        <a:cs typeface="+mn-cs"/>
      </a:defRPr>
    </a:lvl3pPr>
    <a:lvl4pPr marL="1371600" algn="l" rtl="0" fontAlgn="base">
      <a:spcBef>
        <a:spcPct val="30000"/>
      </a:spcBef>
      <a:spcAft>
        <a:spcPct val="0"/>
      </a:spcAft>
      <a:defRPr kumimoji="1" sz="1200" kern="1200">
        <a:solidFill>
          <a:schemeClr val="tx1"/>
        </a:solidFill>
        <a:latin typeface="Arial" charset="0"/>
        <a:ea typeface="+mn-ea"/>
        <a:cs typeface="+mn-cs"/>
      </a:defRPr>
    </a:lvl4pPr>
    <a:lvl5pPr marL="1828800" algn="l" rtl="0" fontAlgn="base">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6A5D0823-2068-4DA7-8F44-1E16CFD73A68}" type="slidenum">
              <a:rPr lang="es-ES" smtClean="0"/>
              <a:pPr/>
              <a:t>1</a:t>
            </a:fld>
            <a:endParaRPr lang="es-ES" smtClean="0"/>
          </a:p>
        </p:txBody>
      </p:sp>
      <p:sp>
        <p:nvSpPr>
          <p:cNvPr id="56323" name="Rectangle 1026"/>
          <p:cNvSpPr>
            <a:spLocks noGrp="1" noRot="1" noChangeAspect="1" noChangeArrowheads="1" noTextEdit="1"/>
          </p:cNvSpPr>
          <p:nvPr>
            <p:ph type="sldImg"/>
          </p:nvPr>
        </p:nvSpPr>
        <p:spPr>
          <a:ln/>
        </p:spPr>
      </p:sp>
      <p:sp>
        <p:nvSpPr>
          <p:cNvPr id="56324" name="Rectangle 1027"/>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2</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3</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4</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5</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6</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7</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8</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eaLnBrk="1" hangingPunct="1"/>
            <a:fld id="{C24C81B6-B798-4DC9-BF6A-90A3C1220929}" type="slidenum">
              <a:rPr lang="es-ES" sz="1200">
                <a:latin typeface="Times New Roman" pitchFamily="18" charset="0"/>
              </a:rPr>
              <a:pPr algn="r" eaLnBrk="1" hangingPunct="1"/>
              <a:t>9</a:t>
            </a:fld>
            <a:endParaRPr lang="es-ES" sz="12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p:spPr>
        <p:txBody>
          <a:bodyPr/>
          <a:lstStyle/>
          <a:p>
            <a:endParaRPr lang="es-E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17794" name="Group 2"/>
          <p:cNvGrpSpPr>
            <a:grpSpLocks/>
          </p:cNvGrpSpPr>
          <p:nvPr/>
        </p:nvGrpSpPr>
        <p:grpSpPr bwMode="auto">
          <a:xfrm>
            <a:off x="0" y="927100"/>
            <a:ext cx="8991600" cy="4495800"/>
            <a:chOff x="0" y="584"/>
            <a:chExt cx="5664" cy="2832"/>
          </a:xfrm>
        </p:grpSpPr>
        <p:sp>
          <p:nvSpPr>
            <p:cNvPr id="417795" name="AutoShape 3"/>
            <p:cNvSpPr>
              <a:spLocks noChangeArrowheads="1"/>
            </p:cNvSpPr>
            <p:nvPr userDrawn="1"/>
          </p:nvSpPr>
          <p:spPr bwMode="auto">
            <a:xfrm>
              <a:off x="432" y="1304"/>
              <a:ext cx="4656" cy="2112"/>
            </a:xfrm>
            <a:prstGeom prst="roundRect">
              <a:avLst>
                <a:gd name="adj" fmla="val 16667"/>
              </a:avLst>
            </a:prstGeom>
            <a:noFill/>
            <a:ln w="50800">
              <a:solidFill>
                <a:schemeClr val="bg2"/>
              </a:solidFill>
              <a:round/>
              <a:headEnd/>
              <a:tailEnd/>
            </a:ln>
            <a:effectLst/>
          </p:spPr>
          <p:txBody>
            <a:bodyPr wrap="none" anchor="ctr"/>
            <a:lstStyle/>
            <a:p>
              <a:pPr algn="ctr" eaLnBrk="1" hangingPunct="1"/>
              <a:endParaRPr lang="es-ES" sz="2400">
                <a:latin typeface="Times New Roman" pitchFamily="18" charset="0"/>
              </a:endParaRPr>
            </a:p>
          </p:txBody>
        </p:sp>
        <p:sp>
          <p:nvSpPr>
            <p:cNvPr id="417796" name="Rectangle 4"/>
            <p:cNvSpPr>
              <a:spLocks noChangeArrowheads="1"/>
            </p:cNvSpPr>
            <p:nvPr userDrawn="1"/>
          </p:nvSpPr>
          <p:spPr bwMode="blackWhite">
            <a:xfrm>
              <a:off x="144" y="584"/>
              <a:ext cx="4512" cy="624"/>
            </a:xfrm>
            <a:prstGeom prst="rect">
              <a:avLst/>
            </a:prstGeom>
            <a:solidFill>
              <a:schemeClr val="bg1"/>
            </a:solidFill>
            <a:ln w="57150">
              <a:solidFill>
                <a:schemeClr val="bg2"/>
              </a:solidFill>
              <a:miter lim="800000"/>
              <a:headEnd/>
              <a:tailEnd/>
            </a:ln>
            <a:effectLst/>
          </p:spPr>
          <p:txBody>
            <a:bodyPr wrap="none" anchor="ctr"/>
            <a:lstStyle/>
            <a:p>
              <a:pPr algn="ctr" eaLnBrk="1" hangingPunct="1"/>
              <a:endParaRPr lang="es-ES" sz="2400">
                <a:latin typeface="Times New Roman" pitchFamily="18" charset="0"/>
              </a:endParaRPr>
            </a:p>
          </p:txBody>
        </p:sp>
        <p:sp>
          <p:nvSpPr>
            <p:cNvPr id="417797" name="AutoShape 5"/>
            <p:cNvSpPr>
              <a:spLocks noChangeArrowheads="1"/>
            </p:cNvSpPr>
            <p:nvPr userDrawn="1"/>
          </p:nvSpPr>
          <p:spPr bwMode="blackWhite">
            <a:xfrm>
              <a:off x="0" y="872"/>
              <a:ext cx="5664" cy="1152"/>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4416" y="0"/>
                </a:cxn>
                <a:cxn ang="0">
                  <a:pos x="4917" y="500"/>
                </a:cxn>
                <a:cxn ang="0">
                  <a:pos x="4417" y="1000"/>
                </a:cxn>
                <a:cxn ang="0">
                  <a:pos x="0" y="1000"/>
                </a:cxn>
              </a:cxnLst>
              <a:rect l="T0" t="T1" r="T2" b="T3"/>
              <a:pathLst>
                <a:path w="4917" h="1000">
                  <a:moveTo>
                    <a:pt x="0" y="0"/>
                  </a:moveTo>
                  <a:lnTo>
                    <a:pt x="4416" y="0"/>
                  </a:lnTo>
                  <a:cubicBezTo>
                    <a:pt x="4693" y="0"/>
                    <a:pt x="4917" y="223"/>
                    <a:pt x="4917" y="500"/>
                  </a:cubicBezTo>
                  <a:cubicBezTo>
                    <a:pt x="4917" y="776"/>
                    <a:pt x="4693" y="999"/>
                    <a:pt x="4417" y="1000"/>
                  </a:cubicBezTo>
                  <a:lnTo>
                    <a:pt x="0" y="1000"/>
                  </a:lnTo>
                  <a:close/>
                </a:path>
              </a:pathLst>
            </a:custGeom>
            <a:solidFill>
              <a:schemeClr val="folHlink"/>
            </a:solidFill>
            <a:ln w="9525">
              <a:noFill/>
              <a:miter lim="800000"/>
              <a:headEnd/>
              <a:tailEnd/>
            </a:ln>
          </p:spPr>
          <p:txBody>
            <a:bodyPr/>
            <a:lstStyle/>
            <a:p>
              <a:pPr eaLnBrk="1" hangingPunct="1"/>
              <a:endParaRPr lang="es-ES" sz="2400">
                <a:latin typeface="Times New Roman" pitchFamily="18" charset="0"/>
              </a:endParaRPr>
            </a:p>
          </p:txBody>
        </p:sp>
        <p:sp>
          <p:nvSpPr>
            <p:cNvPr id="417798" name="Line 6"/>
            <p:cNvSpPr>
              <a:spLocks noChangeShapeType="1"/>
            </p:cNvSpPr>
            <p:nvPr userDrawn="1"/>
          </p:nvSpPr>
          <p:spPr bwMode="auto">
            <a:xfrm>
              <a:off x="0" y="1928"/>
              <a:ext cx="5232" cy="0"/>
            </a:xfrm>
            <a:prstGeom prst="line">
              <a:avLst/>
            </a:prstGeom>
            <a:noFill/>
            <a:ln w="50800">
              <a:solidFill>
                <a:schemeClr val="bg1"/>
              </a:solidFill>
              <a:round/>
              <a:headEnd/>
              <a:tailEnd/>
            </a:ln>
            <a:effectLst/>
          </p:spPr>
          <p:txBody>
            <a:bodyPr/>
            <a:lstStyle/>
            <a:p>
              <a:endParaRPr lang="es-ES"/>
            </a:p>
          </p:txBody>
        </p:sp>
      </p:grpSp>
      <p:sp>
        <p:nvSpPr>
          <p:cNvPr id="417799" name="Rectangle 7"/>
          <p:cNvSpPr>
            <a:spLocks noGrp="1" noChangeArrowheads="1"/>
          </p:cNvSpPr>
          <p:nvPr>
            <p:ph type="ctrTitle"/>
          </p:nvPr>
        </p:nvSpPr>
        <p:spPr>
          <a:xfrm>
            <a:off x="228600" y="1427163"/>
            <a:ext cx="8077200" cy="1609725"/>
          </a:xfrm>
        </p:spPr>
        <p:txBody>
          <a:bodyPr/>
          <a:lstStyle>
            <a:lvl1pPr>
              <a:defRPr sz="4600"/>
            </a:lvl1pPr>
          </a:lstStyle>
          <a:p>
            <a:r>
              <a:rPr lang="es-ES"/>
              <a:t>Haga clic para cambiar el estilo de título	</a:t>
            </a:r>
          </a:p>
        </p:txBody>
      </p:sp>
      <p:sp>
        <p:nvSpPr>
          <p:cNvPr id="417800" name="Rectangle 8"/>
          <p:cNvSpPr>
            <a:spLocks noGrp="1" noChangeArrowheads="1"/>
          </p:cNvSpPr>
          <p:nvPr>
            <p:ph type="subTitle" idx="1"/>
          </p:nvPr>
        </p:nvSpPr>
        <p:spPr>
          <a:xfrm>
            <a:off x="1066800" y="3441700"/>
            <a:ext cx="6629400" cy="1676400"/>
          </a:xfrm>
        </p:spPr>
        <p:txBody>
          <a:bodyPr/>
          <a:lstStyle>
            <a:lvl1pPr marL="0" indent="0">
              <a:buFont typeface="Wingdings" pitchFamily="2" charset="2"/>
              <a:buNone/>
              <a:defRPr/>
            </a:lvl1pPr>
          </a:lstStyle>
          <a:p>
            <a:r>
              <a:rPr lang="es-ES"/>
              <a:t>Haga clic para modificar el estilo de subtítulo del patrón</a:t>
            </a:r>
          </a:p>
        </p:txBody>
      </p:sp>
      <p:sp>
        <p:nvSpPr>
          <p:cNvPr id="417801" name="Rectangle 9"/>
          <p:cNvSpPr>
            <a:spLocks noGrp="1" noChangeArrowheads="1"/>
          </p:cNvSpPr>
          <p:nvPr>
            <p:ph type="dt" sz="half" idx="2"/>
          </p:nvPr>
        </p:nvSpPr>
        <p:spPr>
          <a:xfrm>
            <a:off x="457200" y="6248400"/>
            <a:ext cx="2133600" cy="471488"/>
          </a:xfrm>
        </p:spPr>
        <p:txBody>
          <a:bodyPr/>
          <a:lstStyle>
            <a:lvl1pPr>
              <a:defRPr/>
            </a:lvl1pPr>
          </a:lstStyle>
          <a:p>
            <a:fld id="{3ECE5460-3958-4BB9-BCB7-47177DE69CC7}" type="datetime1">
              <a:rPr lang="es-ES"/>
              <a:pPr/>
              <a:t>05/03/2025</a:t>
            </a:fld>
            <a:endParaRPr lang="es-ES"/>
          </a:p>
        </p:txBody>
      </p:sp>
      <p:sp>
        <p:nvSpPr>
          <p:cNvPr id="417802" name="Rectangle 10"/>
          <p:cNvSpPr>
            <a:spLocks noGrp="1" noChangeArrowheads="1"/>
          </p:cNvSpPr>
          <p:nvPr>
            <p:ph type="ftr" sz="quarter" idx="3"/>
          </p:nvPr>
        </p:nvSpPr>
        <p:spPr>
          <a:xfrm>
            <a:off x="3124200" y="6253163"/>
            <a:ext cx="2895600" cy="457200"/>
          </a:xfrm>
        </p:spPr>
        <p:txBody>
          <a:bodyPr/>
          <a:lstStyle>
            <a:lvl1pPr>
              <a:defRPr/>
            </a:lvl1pPr>
          </a:lstStyle>
          <a:p>
            <a:endParaRPr lang="es-ES"/>
          </a:p>
        </p:txBody>
      </p:sp>
      <p:sp>
        <p:nvSpPr>
          <p:cNvPr id="417803" name="Rectangle 11"/>
          <p:cNvSpPr>
            <a:spLocks noGrp="1" noChangeArrowheads="1"/>
          </p:cNvSpPr>
          <p:nvPr>
            <p:ph type="sldNum" sz="quarter" idx="4"/>
          </p:nvPr>
        </p:nvSpPr>
        <p:spPr>
          <a:xfrm>
            <a:off x="6553200" y="6248400"/>
            <a:ext cx="2133600" cy="471488"/>
          </a:xfrm>
        </p:spPr>
        <p:txBody>
          <a:bodyPr/>
          <a:lstStyle>
            <a:lvl1pPr>
              <a:defRPr/>
            </a:lvl1pPr>
          </a:lstStyle>
          <a:p>
            <a:fld id="{D2909045-DD25-4B5B-A0D8-50FA64EAD39C}" type="slidenum">
              <a:rPr lang="es-ES"/>
              <a:pPr/>
              <a:t>‹Nº›</a:t>
            </a:fld>
            <a:endParaRPr lang="es-ES"/>
          </a:p>
        </p:txBody>
      </p:sp>
    </p:spTree>
  </p:cSld>
  <p:clrMapOvr>
    <a:masterClrMapping/>
  </p:clrMapOvr>
  <p:transition spd="med">
    <p:wedg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fld id="{7F3B09C5-2ED6-476C-8AB5-F48779AF4E4B}" type="datetime1">
              <a:rPr lang="es-ES"/>
              <a:pPr/>
              <a:t>05/03/2025</a:t>
            </a:fld>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7CE20DC8-92B3-4908-9B94-F4C6D755C9A1}" type="slidenum">
              <a:rPr lang="es-ES"/>
              <a:pPr/>
              <a:t>‹Nº›</a:t>
            </a:fld>
            <a:endParaRPr lang="es-ES"/>
          </a:p>
        </p:txBody>
      </p:sp>
    </p:spTree>
  </p:cSld>
  <p:clrMapOvr>
    <a:masterClrMapping/>
  </p:clrMapOvr>
  <p:transition spd="med">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lvl1pPr>
              <a:defRPr/>
            </a:lvl1pPr>
          </a:lstStyle>
          <a:p>
            <a:fld id="{77FFD59D-4F18-4A5D-B0AC-C617FC52707E}" type="datetime1">
              <a:rPr lang="es-ES"/>
              <a:pPr/>
              <a:t>05/03/2025</a:t>
            </a:fld>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DE594DF1-379B-4786-91BF-987A595E371A}" type="slidenum">
              <a:rPr lang="es-ES"/>
              <a:pPr/>
              <a:t>‹Nº›</a:t>
            </a:fld>
            <a:endParaRPr lang="es-ES"/>
          </a:p>
        </p:txBody>
      </p:sp>
    </p:spTree>
  </p:cSld>
  <p:clrMapOvr>
    <a:masterClrMapping/>
  </p:clrMapOvr>
  <p:transition spd="med">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6096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lvl1pPr>
              <a:defRPr/>
            </a:lvl1pPr>
          </a:lstStyle>
          <a:p>
            <a:fld id="{CD7FBE45-885F-4694-868A-C4C80C8853FA}" type="datetime1">
              <a:rPr lang="es-ES"/>
              <a:pPr/>
              <a:t>05/03/2025</a:t>
            </a:fld>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EB95AFEC-6292-4438-8197-4D9DB9E5B979}" type="slidenum">
              <a:rPr lang="es-ES"/>
              <a:pPr/>
              <a:t>‹Nº›</a:t>
            </a:fld>
            <a:endParaRPr lang="es-ES"/>
          </a:p>
        </p:txBody>
      </p:sp>
    </p:spTree>
  </p:cSld>
  <p:clrMapOvr>
    <a:masterClrMapping/>
  </p:clrMapOvr>
  <p:transition spd="med">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lvl1pPr>
              <a:defRPr/>
            </a:lvl1pPr>
          </a:lstStyle>
          <a:p>
            <a:fld id="{F5F9C88E-5A91-4AC5-856E-F7DCC8695E7E}" type="datetime1">
              <a:rPr lang="es-ES"/>
              <a:pPr/>
              <a:t>05/03/2025</a:t>
            </a:fld>
            <a:endParaRPr lang="es-ES"/>
          </a:p>
        </p:txBody>
      </p:sp>
      <p:sp>
        <p:nvSpPr>
          <p:cNvPr id="8" name="7 Marcador de pie de página"/>
          <p:cNvSpPr>
            <a:spLocks noGrp="1"/>
          </p:cNvSpPr>
          <p:nvPr>
            <p:ph type="ftr" sz="quarter" idx="11"/>
          </p:nvPr>
        </p:nvSpPr>
        <p:spPr/>
        <p:txBody>
          <a:bodyPr/>
          <a:lstStyle>
            <a:lvl1pPr>
              <a:defRPr/>
            </a:lvl1pPr>
          </a:lstStyle>
          <a:p>
            <a:endParaRPr lang="es-ES"/>
          </a:p>
        </p:txBody>
      </p:sp>
      <p:sp>
        <p:nvSpPr>
          <p:cNvPr id="9" name="8 Marcador de número de diapositiva"/>
          <p:cNvSpPr>
            <a:spLocks noGrp="1"/>
          </p:cNvSpPr>
          <p:nvPr>
            <p:ph type="sldNum" sz="quarter" idx="12"/>
          </p:nvPr>
        </p:nvSpPr>
        <p:spPr/>
        <p:txBody>
          <a:bodyPr/>
          <a:lstStyle>
            <a:lvl1pPr>
              <a:defRPr/>
            </a:lvl1pPr>
          </a:lstStyle>
          <a:p>
            <a:fld id="{D557C2AC-98A7-438C-A731-040E306A1A1F}" type="slidenum">
              <a:rPr lang="es-ES"/>
              <a:pPr/>
              <a:t>‹Nº›</a:t>
            </a:fld>
            <a:endParaRPr lang="es-ES"/>
          </a:p>
        </p:txBody>
      </p:sp>
    </p:spTree>
  </p:cSld>
  <p:clrMapOvr>
    <a:masterClrMapping/>
  </p:clrMapOvr>
  <p:transition spd="med">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lvl1pPr>
              <a:defRPr/>
            </a:lvl1pPr>
          </a:lstStyle>
          <a:p>
            <a:fld id="{0D0B7DA0-4C2E-4194-B508-0D2124A0A223}" type="datetime1">
              <a:rPr lang="es-ES"/>
              <a:pPr/>
              <a:t>05/03/2025</a:t>
            </a:fld>
            <a:endParaRPr lang="es-ES"/>
          </a:p>
        </p:txBody>
      </p:sp>
      <p:sp>
        <p:nvSpPr>
          <p:cNvPr id="4" name="3 Marcador de pie de página"/>
          <p:cNvSpPr>
            <a:spLocks noGrp="1"/>
          </p:cNvSpPr>
          <p:nvPr>
            <p:ph type="ftr" sz="quarter" idx="11"/>
          </p:nvPr>
        </p:nvSpPr>
        <p:spPr/>
        <p:txBody>
          <a:bodyPr/>
          <a:lstStyle>
            <a:lvl1pPr>
              <a:defRPr/>
            </a:lvl1pPr>
          </a:lstStyle>
          <a:p>
            <a:endParaRPr lang="es-ES"/>
          </a:p>
        </p:txBody>
      </p:sp>
      <p:sp>
        <p:nvSpPr>
          <p:cNvPr id="5" name="4 Marcador de número de diapositiva"/>
          <p:cNvSpPr>
            <a:spLocks noGrp="1"/>
          </p:cNvSpPr>
          <p:nvPr>
            <p:ph type="sldNum" sz="quarter" idx="12"/>
          </p:nvPr>
        </p:nvSpPr>
        <p:spPr/>
        <p:txBody>
          <a:bodyPr/>
          <a:lstStyle>
            <a:lvl1pPr>
              <a:defRPr/>
            </a:lvl1pPr>
          </a:lstStyle>
          <a:p>
            <a:fld id="{EB75510D-4F63-4216-9E63-9BC4698CDADC}" type="slidenum">
              <a:rPr lang="es-ES"/>
              <a:pPr/>
              <a:t>‹Nº›</a:t>
            </a:fld>
            <a:endParaRPr lang="es-ES"/>
          </a:p>
        </p:txBody>
      </p:sp>
    </p:spTree>
  </p:cSld>
  <p:clrMapOvr>
    <a:masterClrMapping/>
  </p:clrMapOvr>
  <p:transition spd="med">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fld id="{FDAE6E99-E214-40C7-ADD4-F48F2DFBD833}" type="datetime1">
              <a:rPr lang="es-ES"/>
              <a:pPr/>
              <a:t>05/03/2025</a:t>
            </a:fld>
            <a:endParaRPr lang="es-ES"/>
          </a:p>
        </p:txBody>
      </p:sp>
      <p:sp>
        <p:nvSpPr>
          <p:cNvPr id="3" name="2 Marcador de pie de página"/>
          <p:cNvSpPr>
            <a:spLocks noGrp="1"/>
          </p:cNvSpPr>
          <p:nvPr>
            <p:ph type="ftr" sz="quarter" idx="11"/>
          </p:nvPr>
        </p:nvSpPr>
        <p:spPr/>
        <p:txBody>
          <a:bodyPr/>
          <a:lstStyle>
            <a:lvl1pPr>
              <a:defRPr/>
            </a:lvl1pPr>
          </a:lstStyle>
          <a:p>
            <a:endParaRPr lang="es-ES"/>
          </a:p>
        </p:txBody>
      </p:sp>
      <p:sp>
        <p:nvSpPr>
          <p:cNvPr id="4" name="3 Marcador de número de diapositiva"/>
          <p:cNvSpPr>
            <a:spLocks noGrp="1"/>
          </p:cNvSpPr>
          <p:nvPr>
            <p:ph type="sldNum" sz="quarter" idx="12"/>
          </p:nvPr>
        </p:nvSpPr>
        <p:spPr/>
        <p:txBody>
          <a:bodyPr/>
          <a:lstStyle>
            <a:lvl1pPr>
              <a:defRPr/>
            </a:lvl1pPr>
          </a:lstStyle>
          <a:p>
            <a:fld id="{A7432FCE-3BA1-438A-939E-9EA8BC2A3007}" type="slidenum">
              <a:rPr lang="es-ES"/>
              <a:pPr/>
              <a:t>‹Nº›</a:t>
            </a:fld>
            <a:endParaRPr lang="es-ES"/>
          </a:p>
        </p:txBody>
      </p:sp>
    </p:spTree>
  </p:cSld>
  <p:clrMapOvr>
    <a:masterClrMapping/>
  </p:clrMapOvr>
  <p:transition spd="med">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fld id="{4709F66B-EA77-49E1-B9BC-34B98F3AA1B7}" type="datetime1">
              <a:rPr lang="es-ES"/>
              <a:pPr/>
              <a:t>05/03/2025</a:t>
            </a:fld>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7D21F49D-F7FA-4F54-986E-1364A6FB1FE2}" type="slidenum">
              <a:rPr lang="es-ES"/>
              <a:pPr/>
              <a:t>‹Nº›</a:t>
            </a:fld>
            <a:endParaRPr lang="es-ES"/>
          </a:p>
        </p:txBody>
      </p:sp>
    </p:spTree>
  </p:cSld>
  <p:clrMapOvr>
    <a:masterClrMapping/>
  </p:clrMapOvr>
  <p:transition spd="med">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fld id="{D378EE4C-FBB2-42B6-B5D6-7D0DC2067343}" type="datetime1">
              <a:rPr lang="es-ES"/>
              <a:pPr/>
              <a:t>05/03/2025</a:t>
            </a:fld>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0BB58D17-BEA0-4A89-8A8F-494AAE606AEF}" type="slidenum">
              <a:rPr lang="es-ES"/>
              <a:pPr/>
              <a:t>‹Nº›</a:t>
            </a:fld>
            <a:endParaRPr lang="es-ES"/>
          </a:p>
        </p:txBody>
      </p:sp>
    </p:spTree>
  </p:cSld>
  <p:clrMapOvr>
    <a:masterClrMapping/>
  </p:clrMapOvr>
  <p:transition spd="med">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fld id="{00894206-F472-48F3-A78E-EEDABD0EF3C7}" type="datetime1">
              <a:rPr lang="es-ES"/>
              <a:pPr/>
              <a:t>05/03/2025</a:t>
            </a:fld>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0C9393E0-390A-458A-AF38-7BAE004FE7BB}" type="slidenum">
              <a:rPr lang="es-ES"/>
              <a:pPr/>
              <a:t>‹Nº›</a:t>
            </a:fld>
            <a:endParaRPr lang="es-ES"/>
          </a:p>
        </p:txBody>
      </p:sp>
    </p:spTree>
  </p:cSld>
  <p:clrMapOvr>
    <a:masterClrMapping/>
  </p:clrMapOvr>
  <p:transition spd="med">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450013" y="228600"/>
            <a:ext cx="2084387" cy="5791200"/>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195263" y="228600"/>
            <a:ext cx="6102350" cy="57912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fld id="{014DC97D-9141-4AB1-8F5F-0698FA080C16}" type="datetime1">
              <a:rPr lang="es-ES"/>
              <a:pPr/>
              <a:t>05/03/2025</a:t>
            </a:fld>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068D4FCA-A480-428A-96D6-F66A22AD92E6}" type="slidenum">
              <a:rPr lang="es-ES"/>
              <a:pPr/>
              <a:t>‹Nº›</a:t>
            </a:fld>
            <a:endParaRPr lang="es-ES"/>
          </a:p>
        </p:txBody>
      </p:sp>
    </p:spTree>
  </p:cSld>
  <p:clrMapOvr>
    <a:masterClrMapping/>
  </p:clrMapOvr>
  <p:transition spd="med">
    <p:wedg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VE"/>
          </a:p>
        </p:txBody>
      </p:sp>
      <p:sp>
        <p:nvSpPr>
          <p:cNvPr id="3" name="2 Marcador de fecha"/>
          <p:cNvSpPr>
            <a:spLocks noGrp="1"/>
          </p:cNvSpPr>
          <p:nvPr>
            <p:ph type="dt" sz="half" idx="10"/>
          </p:nvPr>
        </p:nvSpPr>
        <p:spPr/>
        <p:txBody>
          <a:bodyPr/>
          <a:lstStyle>
            <a:lvl1pPr>
              <a:defRPr/>
            </a:lvl1pPr>
          </a:lstStyle>
          <a:p>
            <a:pPr>
              <a:defRPr/>
            </a:pPr>
            <a:fld id="{6CB603BA-EA04-4A25-BF9A-BFA0B8C1858E}" type="datetime1">
              <a:rPr lang="es-ES"/>
              <a:pPr>
                <a:defRPr/>
              </a:pPr>
              <a:t>05/03/2025</a:t>
            </a:fld>
            <a:endParaRPr lang="es-ES"/>
          </a:p>
        </p:txBody>
      </p:sp>
      <p:sp>
        <p:nvSpPr>
          <p:cNvPr id="4" name="3 Marcador de pie de página"/>
          <p:cNvSpPr>
            <a:spLocks noGrp="1"/>
          </p:cNvSpPr>
          <p:nvPr>
            <p:ph type="ftr" sz="quarter" idx="11"/>
          </p:nvPr>
        </p:nvSpPr>
        <p:spPr/>
        <p:txBody>
          <a:bodyPr/>
          <a:lstStyle>
            <a:lvl1pPr>
              <a:defRPr/>
            </a:lvl1pPr>
          </a:lstStyle>
          <a:p>
            <a:pPr>
              <a:defRPr/>
            </a:pPr>
            <a:r>
              <a:rPr lang="es-ES"/>
              <a:t>www.tecnopas.blogspot.com</a:t>
            </a:r>
          </a:p>
        </p:txBody>
      </p:sp>
      <p:sp>
        <p:nvSpPr>
          <p:cNvPr id="5" name="4 Marcador de número de diapositiva"/>
          <p:cNvSpPr>
            <a:spLocks noGrp="1"/>
          </p:cNvSpPr>
          <p:nvPr>
            <p:ph type="sldNum" sz="quarter" idx="12"/>
          </p:nvPr>
        </p:nvSpPr>
        <p:spPr/>
        <p:txBody>
          <a:bodyPr/>
          <a:lstStyle>
            <a:lvl1pPr>
              <a:defRPr/>
            </a:lvl1pPr>
          </a:lstStyle>
          <a:p>
            <a:pPr>
              <a:defRPr/>
            </a:pPr>
            <a:fld id="{DF0A7466-99B2-4F0A-ADCC-9B8A8994A83D}" type="slidenum">
              <a:rPr lang="es-ES"/>
              <a:pPr>
                <a:defRPr/>
              </a:pPr>
              <a:t>‹Nº›</a:t>
            </a:fld>
            <a:endParaRPr lang="es-ES"/>
          </a:p>
        </p:txBody>
      </p:sp>
    </p:spTree>
  </p:cSld>
  <p:clrMapOvr>
    <a:masterClrMapping/>
  </p:clrMapOvr>
  <p:transition spd="med">
    <p:wedg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VE"/>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pPr>
              <a:defRPr/>
            </a:pPr>
            <a:fld id="{232541B4-E1E9-477F-874E-AE1884DEDB64}" type="datetime1">
              <a:rPr lang="es-ES"/>
              <a:pPr>
                <a:defRPr/>
              </a:pPr>
              <a:t>05/03/2025</a:t>
            </a:fld>
            <a:endParaRPr lang="es-ES"/>
          </a:p>
        </p:txBody>
      </p:sp>
      <p:sp>
        <p:nvSpPr>
          <p:cNvPr id="6" name="5 Marcador de pie de página"/>
          <p:cNvSpPr>
            <a:spLocks noGrp="1"/>
          </p:cNvSpPr>
          <p:nvPr>
            <p:ph type="ftr" sz="quarter" idx="11"/>
          </p:nvPr>
        </p:nvSpPr>
        <p:spPr/>
        <p:txBody>
          <a:bodyPr/>
          <a:lstStyle>
            <a:lvl1pPr>
              <a:defRPr/>
            </a:lvl1pPr>
          </a:lstStyle>
          <a:p>
            <a:pPr>
              <a:defRPr/>
            </a:pPr>
            <a:r>
              <a:rPr lang="es-ES"/>
              <a:t>www.tecnopas.blogspot.com</a:t>
            </a:r>
          </a:p>
        </p:txBody>
      </p:sp>
      <p:sp>
        <p:nvSpPr>
          <p:cNvPr id="7" name="6 Marcador de número de diapositiva"/>
          <p:cNvSpPr>
            <a:spLocks noGrp="1"/>
          </p:cNvSpPr>
          <p:nvPr>
            <p:ph type="sldNum" sz="quarter" idx="12"/>
          </p:nvPr>
        </p:nvSpPr>
        <p:spPr/>
        <p:txBody>
          <a:bodyPr/>
          <a:lstStyle>
            <a:lvl1pPr>
              <a:defRPr/>
            </a:lvl1pPr>
          </a:lstStyle>
          <a:p>
            <a:pPr>
              <a:defRPr/>
            </a:pPr>
            <a:fld id="{EDAE4195-270C-4158-8C22-2885A9C3A5B5}" type="slidenum">
              <a:rPr lang="es-ES"/>
              <a:pPr>
                <a:defRPr/>
              </a:pPr>
              <a:t>‹Nº›</a:t>
            </a:fld>
            <a:endParaRPr lang="es-ES"/>
          </a:p>
        </p:txBody>
      </p:sp>
    </p:spTree>
  </p:cSld>
  <p:clrMapOvr>
    <a:masterClrMapping/>
  </p:clrMapOvr>
  <p:transition spd="med">
    <p:wedg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VE"/>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3 Marcador de fecha"/>
          <p:cNvSpPr>
            <a:spLocks noGrp="1"/>
          </p:cNvSpPr>
          <p:nvPr>
            <p:ph type="dt" sz="half" idx="10"/>
          </p:nvPr>
        </p:nvSpPr>
        <p:spPr/>
        <p:txBody>
          <a:bodyPr/>
          <a:lstStyle>
            <a:lvl1pPr>
              <a:defRPr/>
            </a:lvl1pPr>
          </a:lstStyle>
          <a:p>
            <a:pPr>
              <a:defRPr/>
            </a:pPr>
            <a:fld id="{118E3AF5-15B4-4352-94C3-E5B6204E6BD9}" type="datetime1">
              <a:rPr lang="es-ES"/>
              <a:pPr>
                <a:defRPr/>
              </a:pPr>
              <a:t>05/03/2025</a:t>
            </a:fld>
            <a:endParaRPr lang="es-ES"/>
          </a:p>
        </p:txBody>
      </p:sp>
      <p:sp>
        <p:nvSpPr>
          <p:cNvPr id="5" name="4 Marcador de pie de página"/>
          <p:cNvSpPr>
            <a:spLocks noGrp="1"/>
          </p:cNvSpPr>
          <p:nvPr>
            <p:ph type="ftr" sz="quarter" idx="11"/>
          </p:nvPr>
        </p:nvSpPr>
        <p:spPr/>
        <p:txBody>
          <a:bodyPr/>
          <a:lstStyle>
            <a:lvl1pPr>
              <a:defRPr/>
            </a:lvl1pPr>
          </a:lstStyle>
          <a:p>
            <a:pPr>
              <a:defRPr/>
            </a:pPr>
            <a:r>
              <a:rPr lang="es-ES"/>
              <a:t>www.tecnopas.blogspot.com</a:t>
            </a:r>
          </a:p>
        </p:txBody>
      </p:sp>
      <p:sp>
        <p:nvSpPr>
          <p:cNvPr id="6" name="5 Marcador de número de diapositiva"/>
          <p:cNvSpPr>
            <a:spLocks noGrp="1"/>
          </p:cNvSpPr>
          <p:nvPr>
            <p:ph type="sldNum" sz="quarter" idx="12"/>
          </p:nvPr>
        </p:nvSpPr>
        <p:spPr/>
        <p:txBody>
          <a:bodyPr/>
          <a:lstStyle>
            <a:lvl1pPr>
              <a:defRPr/>
            </a:lvl1pPr>
          </a:lstStyle>
          <a:p>
            <a:pPr>
              <a:defRPr/>
            </a:pPr>
            <a:fld id="{DF23D61A-0F32-4FD0-9E61-31472FE8726A}" type="slidenum">
              <a:rPr lang="es-ES"/>
              <a:pPr>
                <a:defRPr/>
              </a:pPr>
              <a:t>‹Nº›</a:t>
            </a:fld>
            <a:endParaRPr lang="es-ES"/>
          </a:p>
        </p:txBody>
      </p:sp>
    </p:spTree>
  </p:cSld>
  <p:clrMapOvr>
    <a:masterClrMapping/>
  </p:clrMapOvr>
  <p:transition spd="med">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16770" name="Group 2"/>
          <p:cNvGrpSpPr>
            <a:grpSpLocks/>
          </p:cNvGrpSpPr>
          <p:nvPr/>
        </p:nvGrpSpPr>
        <p:grpSpPr bwMode="auto">
          <a:xfrm>
            <a:off x="0" y="152400"/>
            <a:ext cx="8686800" cy="6096000"/>
            <a:chOff x="0" y="96"/>
            <a:chExt cx="5472" cy="3840"/>
          </a:xfrm>
        </p:grpSpPr>
        <p:sp>
          <p:nvSpPr>
            <p:cNvPr id="416771"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p:spPr>
          <p:txBody>
            <a:bodyPr wrap="none" anchor="ctr"/>
            <a:lstStyle/>
            <a:p>
              <a:pPr algn="ctr" eaLnBrk="1" hangingPunct="1"/>
              <a:endParaRPr lang="es-ES" sz="2400">
                <a:latin typeface="Times New Roman" pitchFamily="18" charset="0"/>
              </a:endParaRPr>
            </a:p>
          </p:txBody>
        </p:sp>
        <p:sp>
          <p:nvSpPr>
            <p:cNvPr id="416772"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6499" y="0"/>
                </a:cxn>
                <a:cxn ang="0">
                  <a:pos x="7000" y="500"/>
                </a:cxn>
                <a:cxn ang="0">
                  <a:pos x="6500" y="1000"/>
                </a:cxn>
                <a:cxn ang="0">
                  <a:pos x="0" y="1000"/>
                </a:cxn>
              </a:cxnLst>
              <a:rect l="T0" t="T1" r="T2" b="T3"/>
              <a:pathLst>
                <a:path w="7000" h="1000">
                  <a:moveTo>
                    <a:pt x="0" y="0"/>
                  </a:moveTo>
                  <a:lnTo>
                    <a:pt x="6499" y="0"/>
                  </a:lnTo>
                  <a:cubicBezTo>
                    <a:pt x="6776" y="0"/>
                    <a:pt x="7000" y="223"/>
                    <a:pt x="7000" y="500"/>
                  </a:cubicBezTo>
                  <a:cubicBezTo>
                    <a:pt x="7000" y="776"/>
                    <a:pt x="6776" y="999"/>
                    <a:pt x="6500" y="1000"/>
                  </a:cubicBezTo>
                  <a:lnTo>
                    <a:pt x="0" y="1000"/>
                  </a:lnTo>
                  <a:close/>
                </a:path>
              </a:pathLst>
            </a:custGeom>
            <a:solidFill>
              <a:schemeClr val="folHlink"/>
            </a:solidFill>
            <a:ln w="9525">
              <a:noFill/>
              <a:miter lim="800000"/>
              <a:headEnd/>
              <a:tailEnd/>
            </a:ln>
          </p:spPr>
          <p:txBody>
            <a:bodyPr/>
            <a:lstStyle/>
            <a:p>
              <a:pPr eaLnBrk="1" hangingPunct="1"/>
              <a:endParaRPr lang="es-ES" sz="2400">
                <a:latin typeface="Times New Roman" pitchFamily="18" charset="0"/>
              </a:endParaRPr>
            </a:p>
          </p:txBody>
        </p:sp>
        <p:sp>
          <p:nvSpPr>
            <p:cNvPr id="416773" name="Line 5"/>
            <p:cNvSpPr>
              <a:spLocks noChangeShapeType="1"/>
            </p:cNvSpPr>
            <p:nvPr/>
          </p:nvSpPr>
          <p:spPr bwMode="auto">
            <a:xfrm>
              <a:off x="0" y="768"/>
              <a:ext cx="5088" cy="0"/>
            </a:xfrm>
            <a:prstGeom prst="line">
              <a:avLst/>
            </a:prstGeom>
            <a:noFill/>
            <a:ln w="38100">
              <a:solidFill>
                <a:schemeClr val="bg1"/>
              </a:solidFill>
              <a:round/>
              <a:headEnd/>
              <a:tailEnd/>
            </a:ln>
            <a:effectLst/>
          </p:spPr>
          <p:txBody>
            <a:bodyPr/>
            <a:lstStyle/>
            <a:p>
              <a:endParaRPr lang="es-ES"/>
            </a:p>
          </p:txBody>
        </p:sp>
      </p:grpSp>
      <p:sp>
        <p:nvSpPr>
          <p:cNvPr id="416774" name="Rectangle 6"/>
          <p:cNvSpPr>
            <a:spLocks noGrp="1" noChangeArrowheads="1"/>
          </p:cNvSpPr>
          <p:nvPr>
            <p:ph type="title"/>
          </p:nvPr>
        </p:nvSpPr>
        <p:spPr bwMode="auto">
          <a:xfrm>
            <a:off x="195263" y="228600"/>
            <a:ext cx="8015287" cy="914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416775" name="Rectangle 7"/>
          <p:cNvSpPr>
            <a:spLocks noGrp="1" noChangeArrowheads="1"/>
          </p:cNvSpPr>
          <p:nvPr>
            <p:ph type="body" idx="1"/>
          </p:nvPr>
        </p:nvSpPr>
        <p:spPr bwMode="auto">
          <a:xfrm>
            <a:off x="609600" y="1600200"/>
            <a:ext cx="7924800" cy="441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416776" name="Rectangle 8"/>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fld id="{AED75567-3298-48FB-9322-01451C4C342B}" type="datetime1">
              <a:rPr lang="es-ES"/>
              <a:pPr/>
              <a:t>05/03/2025</a:t>
            </a:fld>
            <a:endParaRPr lang="es-ES"/>
          </a:p>
        </p:txBody>
      </p:sp>
      <p:sp>
        <p:nvSpPr>
          <p:cNvPr id="416777" name="Rectangle 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vl1pPr>
          </a:lstStyle>
          <a:p>
            <a:endParaRPr lang="es-ES"/>
          </a:p>
        </p:txBody>
      </p:sp>
      <p:sp>
        <p:nvSpPr>
          <p:cNvPr id="416778" name="Rectangle 10"/>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defRPr>
            </a:lvl1pPr>
          </a:lstStyle>
          <a:p>
            <a:fld id="{4C67A577-0037-4E6C-8A8E-6355A6EBF784}" type="slidenum">
              <a:rPr lang="es-ES"/>
              <a:pPr/>
              <a:t>‹Nº›</a:t>
            </a:fld>
            <a:endParaRPr lang="es-ES"/>
          </a:p>
        </p:txBody>
      </p:sp>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Lst>
  <p:transition spd="med">
    <p:wedge/>
  </p:transition>
  <p:timing>
    <p:tnLst>
      <p:par>
        <p:cTn id="1" dur="indefinite" restart="never" nodeType="tmRoot"/>
      </p:par>
    </p:tnLst>
  </p:timing>
  <p:txStyles>
    <p:titleStyle>
      <a:lvl1pPr algn="l" rtl="0" fontAlgn="base">
        <a:spcBef>
          <a:spcPct val="0"/>
        </a:spcBef>
        <a:spcAft>
          <a:spcPct val="0"/>
        </a:spcAft>
        <a:defRPr sz="4200">
          <a:solidFill>
            <a:schemeClr val="tx2"/>
          </a:solidFill>
          <a:latin typeface="+mj-lt"/>
          <a:ea typeface="+mj-ea"/>
          <a:cs typeface="+mj-cs"/>
        </a:defRPr>
      </a:lvl1pPr>
      <a:lvl2pPr algn="l" rtl="0" fontAlgn="base">
        <a:spcBef>
          <a:spcPct val="0"/>
        </a:spcBef>
        <a:spcAft>
          <a:spcPct val="0"/>
        </a:spcAft>
        <a:defRPr sz="4200">
          <a:solidFill>
            <a:schemeClr val="tx2"/>
          </a:solidFill>
          <a:latin typeface="Arial" charset="0"/>
        </a:defRPr>
      </a:lvl2pPr>
      <a:lvl3pPr algn="l" rtl="0" fontAlgn="base">
        <a:spcBef>
          <a:spcPct val="0"/>
        </a:spcBef>
        <a:spcAft>
          <a:spcPct val="0"/>
        </a:spcAft>
        <a:defRPr sz="4200">
          <a:solidFill>
            <a:schemeClr val="tx2"/>
          </a:solidFill>
          <a:latin typeface="Arial" charset="0"/>
        </a:defRPr>
      </a:lvl3pPr>
      <a:lvl4pPr algn="l" rtl="0" fontAlgn="base">
        <a:spcBef>
          <a:spcPct val="0"/>
        </a:spcBef>
        <a:spcAft>
          <a:spcPct val="0"/>
        </a:spcAft>
        <a:defRPr sz="4200">
          <a:solidFill>
            <a:schemeClr val="tx2"/>
          </a:solidFill>
          <a:latin typeface="Arial" charset="0"/>
        </a:defRPr>
      </a:lvl4pPr>
      <a:lvl5pPr algn="l" rtl="0" fontAlgn="base">
        <a:spcBef>
          <a:spcPct val="0"/>
        </a:spcBef>
        <a:spcAft>
          <a:spcPct val="0"/>
        </a:spcAft>
        <a:defRPr sz="4200">
          <a:solidFill>
            <a:schemeClr val="tx2"/>
          </a:solidFill>
          <a:latin typeface="Arial" charset="0"/>
        </a:defRPr>
      </a:lvl5pPr>
      <a:lvl6pPr marL="457200" algn="l" rtl="0" fontAlgn="base">
        <a:spcBef>
          <a:spcPct val="0"/>
        </a:spcBef>
        <a:spcAft>
          <a:spcPct val="0"/>
        </a:spcAft>
        <a:defRPr sz="4200">
          <a:solidFill>
            <a:schemeClr val="tx2"/>
          </a:solidFill>
          <a:latin typeface="Arial" charset="0"/>
        </a:defRPr>
      </a:lvl6pPr>
      <a:lvl7pPr marL="914400" algn="l" rtl="0" fontAlgn="base">
        <a:spcBef>
          <a:spcPct val="0"/>
        </a:spcBef>
        <a:spcAft>
          <a:spcPct val="0"/>
        </a:spcAft>
        <a:defRPr sz="4200">
          <a:solidFill>
            <a:schemeClr val="tx2"/>
          </a:solidFill>
          <a:latin typeface="Arial" charset="0"/>
        </a:defRPr>
      </a:lvl7pPr>
      <a:lvl8pPr marL="1371600" algn="l" rtl="0" fontAlgn="base">
        <a:spcBef>
          <a:spcPct val="0"/>
        </a:spcBef>
        <a:spcAft>
          <a:spcPct val="0"/>
        </a:spcAft>
        <a:defRPr sz="4200">
          <a:solidFill>
            <a:schemeClr val="tx2"/>
          </a:solidFill>
          <a:latin typeface="Arial" charset="0"/>
        </a:defRPr>
      </a:lvl8pPr>
      <a:lvl9pPr marL="1828800" algn="l" rtl="0" fontAlgn="base">
        <a:spcBef>
          <a:spcPct val="0"/>
        </a:spcBef>
        <a:spcAft>
          <a:spcPct val="0"/>
        </a:spcAft>
        <a:defRPr sz="4200">
          <a:solidFill>
            <a:schemeClr val="tx2"/>
          </a:solidFill>
          <a:latin typeface="Arial" charset="0"/>
        </a:defRPr>
      </a:lvl9pPr>
    </p:titleStyle>
    <p:bodyStyle>
      <a:lvl1pPr marL="342900" indent="-342900" algn="l" rtl="0" fontAlgn="base">
        <a:spcBef>
          <a:spcPct val="20000"/>
        </a:spcBef>
        <a:spcAft>
          <a:spcPct val="0"/>
        </a:spcAft>
        <a:buClr>
          <a:schemeClr val="hlink"/>
        </a:buClr>
        <a:buSzPct val="80000"/>
        <a:buFont typeface="Wingdings"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itchFamily="2" charset="2"/>
        <a:buChar char="l"/>
        <a:defRPr sz="2800">
          <a:solidFill>
            <a:schemeClr val="tx1"/>
          </a:solidFill>
          <a:latin typeface="+mn-lt"/>
        </a:defRPr>
      </a:lvl2pPr>
      <a:lvl3pPr marL="1143000" indent="-228600" algn="l" rtl="0" fontAlgn="base">
        <a:spcBef>
          <a:spcPct val="20000"/>
        </a:spcBef>
        <a:spcAft>
          <a:spcPct val="0"/>
        </a:spcAft>
        <a:buClr>
          <a:schemeClr val="bg2"/>
        </a:buClr>
        <a:buSzPct val="65000"/>
        <a:buFont typeface="Wingdings" pitchFamily="2" charset="2"/>
        <a:buChar char="l"/>
        <a:defRPr sz="2400">
          <a:solidFill>
            <a:schemeClr val="tx1"/>
          </a:solidFill>
          <a:latin typeface="+mn-lt"/>
        </a:defRPr>
      </a:lvl3pPr>
      <a:lvl4pPr marL="1600200" indent="-228600" algn="l" rtl="0" fontAlgn="base">
        <a:spcBef>
          <a:spcPct val="20000"/>
        </a:spcBef>
        <a:spcAft>
          <a:spcPct val="0"/>
        </a:spcAft>
        <a:buClr>
          <a:schemeClr val="hlink"/>
        </a:buClr>
        <a:buSzPct val="60000"/>
        <a:buFont typeface="Wingdings" pitchFamily="2" charset="2"/>
        <a:buChar char="l"/>
        <a:defRPr sz="2000">
          <a:solidFill>
            <a:schemeClr val="tx1"/>
          </a:solidFill>
          <a:latin typeface="+mn-lt"/>
        </a:defRPr>
      </a:lvl4pPr>
      <a:lvl5pPr marL="20574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5pPr>
      <a:lvl6pPr marL="25146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CC"/>
            </a:gs>
            <a:gs pos="100000">
              <a:srgbClr val="FFCC66"/>
            </a:gs>
          </a:gsLst>
          <a:lin ang="5400000" scaled="1"/>
        </a:gra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bwMode="auto">
          <a:xfrm>
            <a:off x="1295400" y="2819400"/>
            <a:ext cx="7086600" cy="3352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1267" name="Rectangle 10"/>
          <p:cNvSpPr>
            <a:spLocks noGrp="1" noChangeArrowheads="1"/>
          </p:cNvSpPr>
          <p:nvPr>
            <p:ph type="title"/>
          </p:nvPr>
        </p:nvSpPr>
        <p:spPr bwMode="auto">
          <a:xfrm>
            <a:off x="1295400" y="1219200"/>
            <a:ext cx="7086600" cy="1447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smtClean="0"/>
              <a:t>Haga clic para modificar el estilo de título del patrón</a:t>
            </a:r>
          </a:p>
        </p:txBody>
      </p:sp>
      <p:sp>
        <p:nvSpPr>
          <p:cNvPr id="26" name="3 Marcador de fecha"/>
          <p:cNvSpPr>
            <a:spLocks noGrp="1"/>
          </p:cNvSpPr>
          <p:nvPr>
            <p:ph type="dt" sz="half" idx="2"/>
          </p:nvPr>
        </p:nvSpPr>
        <p:spPr bwMode="auto">
          <a:xfrm>
            <a:off x="6553200" y="6507163"/>
            <a:ext cx="1828800" cy="274637"/>
          </a:xfrm>
          <a:prstGeom prst="rect">
            <a:avLst/>
          </a:prstGeom>
          <a:ln>
            <a:miter lim="800000"/>
            <a:headEnd/>
            <a:tailEnd/>
          </a:ln>
        </p:spPr>
        <p:txBody>
          <a:bodyPr vert="horz" wrap="square" lIns="91440" tIns="45720" rIns="91440" bIns="45720" numCol="1" anchor="b" anchorCtr="0" compatLnSpc="1">
            <a:prstTxWarp prst="textNoShape">
              <a:avLst/>
            </a:prstTxWarp>
            <a:spAutoFit/>
          </a:bodyPr>
          <a:lstStyle>
            <a:lvl1pPr algn="r" eaLnBrk="1" hangingPunct="1">
              <a:defRPr sz="1200">
                <a:solidFill>
                  <a:schemeClr val="folHlink"/>
                </a:solidFill>
                <a:latin typeface="+mn-lt"/>
              </a:defRPr>
            </a:lvl1pPr>
          </a:lstStyle>
          <a:p>
            <a:pPr>
              <a:defRPr/>
            </a:pPr>
            <a:fld id="{4F988440-E50F-4A49-AA8D-EF05BB0498F3}" type="datetime1">
              <a:rPr lang="es-ES"/>
              <a:pPr>
                <a:defRPr/>
              </a:pPr>
              <a:t>05/03/2025</a:t>
            </a:fld>
            <a:endParaRPr lang="es-ES"/>
          </a:p>
        </p:txBody>
      </p:sp>
      <p:sp>
        <p:nvSpPr>
          <p:cNvPr id="27" name="4 Marcador de pie de página"/>
          <p:cNvSpPr>
            <a:spLocks noGrp="1"/>
          </p:cNvSpPr>
          <p:nvPr>
            <p:ph type="ftr" sz="quarter" idx="3"/>
          </p:nvPr>
        </p:nvSpPr>
        <p:spPr bwMode="auto">
          <a:xfrm>
            <a:off x="1295400" y="6507163"/>
            <a:ext cx="2895600" cy="274637"/>
          </a:xfrm>
          <a:prstGeom prst="rect">
            <a:avLst/>
          </a:prstGeom>
          <a:ln>
            <a:miter lim="800000"/>
            <a:headEnd/>
            <a:tailEnd/>
          </a:ln>
        </p:spPr>
        <p:txBody>
          <a:bodyPr vert="horz" wrap="square" lIns="91440" tIns="45720" rIns="91440" bIns="45720" numCol="1" anchor="b" anchorCtr="0" compatLnSpc="1">
            <a:prstTxWarp prst="textNoShape">
              <a:avLst/>
            </a:prstTxWarp>
            <a:spAutoFit/>
          </a:bodyPr>
          <a:lstStyle>
            <a:lvl1pPr eaLnBrk="1" hangingPunct="1">
              <a:defRPr sz="1200">
                <a:solidFill>
                  <a:schemeClr val="folHlink"/>
                </a:solidFill>
                <a:latin typeface="+mn-lt"/>
              </a:defRPr>
            </a:lvl1pPr>
          </a:lstStyle>
          <a:p>
            <a:pPr>
              <a:defRPr/>
            </a:pPr>
            <a:r>
              <a:rPr lang="es-ES"/>
              <a:t>www.tecnopas.blogspot.com</a:t>
            </a:r>
          </a:p>
        </p:txBody>
      </p:sp>
      <p:sp>
        <p:nvSpPr>
          <p:cNvPr id="28" name="5 Marcador de número de diapositiva"/>
          <p:cNvSpPr>
            <a:spLocks noGrp="1"/>
          </p:cNvSpPr>
          <p:nvPr>
            <p:ph type="sldNum" sz="quarter" idx="4"/>
          </p:nvPr>
        </p:nvSpPr>
        <p:spPr bwMode="auto">
          <a:xfrm>
            <a:off x="5721350" y="6267450"/>
            <a:ext cx="901700" cy="514350"/>
          </a:xfrm>
          <a:prstGeom prst="rect">
            <a:avLst/>
          </a:prstGeom>
          <a:solidFill>
            <a:schemeClr val="accent1"/>
          </a:solidFill>
          <a:ln w="57150">
            <a:solidFill>
              <a:schemeClr val="hlink"/>
            </a:solidFill>
            <a:miter lim="800000"/>
            <a:headEnd/>
            <a:tailEnd/>
          </a:ln>
        </p:spPr>
        <p:txBody>
          <a:bodyPr vert="horz" wrap="none" lIns="91440" tIns="45720" rIns="91440" bIns="45720" numCol="1" anchor="b" anchorCtr="1" compatLnSpc="1">
            <a:prstTxWarp prst="textNoShape">
              <a:avLst/>
            </a:prstTxWarp>
            <a:spAutoFit/>
          </a:bodyPr>
          <a:lstStyle>
            <a:lvl1pPr algn="ctr" eaLnBrk="1" hangingPunct="1">
              <a:defRPr sz="2400" b="1">
                <a:solidFill>
                  <a:schemeClr val="bg1"/>
                </a:solidFill>
                <a:latin typeface="+mn-lt"/>
              </a:defRPr>
            </a:lvl1pPr>
          </a:lstStyle>
          <a:p>
            <a:pPr>
              <a:defRPr/>
            </a:pPr>
            <a:fld id="{E4515307-256E-4D69-BBB1-533F7F5D0A60}" type="slidenum">
              <a:rPr lang="es-ES"/>
              <a:pPr>
                <a:defRPr/>
              </a:pPr>
              <a:t>‹Nº›</a:t>
            </a:fld>
            <a:endParaRPr lang="es-ES"/>
          </a:p>
        </p:txBody>
      </p:sp>
    </p:spTree>
  </p:cSld>
  <p:clrMap bg1="dk2" tx1="lt1" bg2="dk1" tx2="lt2" accent1="accent1" accent2="accent2" accent3="accent3" accent4="accent4" accent5="accent5" accent6="accent6" hlink="hlink" folHlink="folHlink"/>
  <p:sldLayoutIdLst>
    <p:sldLayoutId id="2147483927" r:id="rId1"/>
    <p:sldLayoutId id="2147483928" r:id="rId2"/>
    <p:sldLayoutId id="2147483929" r:id="rId3"/>
  </p:sldLayoutIdLst>
  <p:transition spd="med">
    <p:wedge/>
  </p:transition>
  <p:timing>
    <p:tnLst>
      <p:par>
        <p:cTn id="1" dur="indefinite" restart="never" nodeType="tmRoot"/>
      </p:par>
    </p:tnLst>
  </p:timing>
  <p:hf sldNum="0" hdr="0" dt="0"/>
  <p:txStyles>
    <p:titleStyle>
      <a:lvl1pPr algn="l" rtl="0" eaLnBrk="0" fontAlgn="base" hangingPunct="0">
        <a:spcBef>
          <a:spcPct val="0"/>
        </a:spcBef>
        <a:spcAft>
          <a:spcPct val="0"/>
        </a:spcAft>
        <a:defRPr sz="4000">
          <a:solidFill>
            <a:schemeClr val="tx1"/>
          </a:solidFill>
          <a:latin typeface="+mj-lt"/>
          <a:ea typeface="+mj-ea"/>
          <a:cs typeface="+mj-cs"/>
        </a:defRPr>
      </a:lvl1pPr>
      <a:lvl2pPr algn="l" rtl="0" eaLnBrk="0" fontAlgn="base" hangingPunct="0">
        <a:spcBef>
          <a:spcPct val="0"/>
        </a:spcBef>
        <a:spcAft>
          <a:spcPct val="0"/>
        </a:spcAft>
        <a:defRPr sz="4000">
          <a:solidFill>
            <a:schemeClr val="tx1"/>
          </a:solidFill>
          <a:latin typeface="Tahoma" pitchFamily="34" charset="0"/>
        </a:defRPr>
      </a:lvl2pPr>
      <a:lvl3pPr algn="l" rtl="0" eaLnBrk="0" fontAlgn="base" hangingPunct="0">
        <a:spcBef>
          <a:spcPct val="0"/>
        </a:spcBef>
        <a:spcAft>
          <a:spcPct val="0"/>
        </a:spcAft>
        <a:defRPr sz="4000">
          <a:solidFill>
            <a:schemeClr val="tx1"/>
          </a:solidFill>
          <a:latin typeface="Tahoma" pitchFamily="34" charset="0"/>
        </a:defRPr>
      </a:lvl3pPr>
      <a:lvl4pPr algn="l" rtl="0" eaLnBrk="0" fontAlgn="base" hangingPunct="0">
        <a:spcBef>
          <a:spcPct val="0"/>
        </a:spcBef>
        <a:spcAft>
          <a:spcPct val="0"/>
        </a:spcAft>
        <a:defRPr sz="4000">
          <a:solidFill>
            <a:schemeClr val="tx1"/>
          </a:solidFill>
          <a:latin typeface="Tahoma" pitchFamily="34" charset="0"/>
        </a:defRPr>
      </a:lvl4pPr>
      <a:lvl5pPr algn="l" rtl="0" eaLnBrk="0" fontAlgn="base" hangingPunct="0">
        <a:spcBef>
          <a:spcPct val="0"/>
        </a:spcBef>
        <a:spcAft>
          <a:spcPct val="0"/>
        </a:spcAft>
        <a:defRPr sz="4000">
          <a:solidFill>
            <a:schemeClr val="tx1"/>
          </a:solidFill>
          <a:latin typeface="Tahoma" pitchFamily="34" charset="0"/>
        </a:defRPr>
      </a:lvl5pPr>
      <a:lvl6pPr marL="457200" algn="l" rtl="0" fontAlgn="base">
        <a:spcBef>
          <a:spcPct val="0"/>
        </a:spcBef>
        <a:spcAft>
          <a:spcPct val="0"/>
        </a:spcAft>
        <a:defRPr sz="4000">
          <a:solidFill>
            <a:schemeClr val="tx1"/>
          </a:solidFill>
          <a:latin typeface="Tahoma" pitchFamily="34" charset="0"/>
        </a:defRPr>
      </a:lvl6pPr>
      <a:lvl7pPr marL="914400" algn="l" rtl="0" fontAlgn="base">
        <a:spcBef>
          <a:spcPct val="0"/>
        </a:spcBef>
        <a:spcAft>
          <a:spcPct val="0"/>
        </a:spcAft>
        <a:defRPr sz="4000">
          <a:solidFill>
            <a:schemeClr val="tx1"/>
          </a:solidFill>
          <a:latin typeface="Tahoma" pitchFamily="34" charset="0"/>
        </a:defRPr>
      </a:lvl7pPr>
      <a:lvl8pPr marL="1371600" algn="l" rtl="0" fontAlgn="base">
        <a:spcBef>
          <a:spcPct val="0"/>
        </a:spcBef>
        <a:spcAft>
          <a:spcPct val="0"/>
        </a:spcAft>
        <a:defRPr sz="4000">
          <a:solidFill>
            <a:schemeClr val="tx1"/>
          </a:solidFill>
          <a:latin typeface="Tahoma" pitchFamily="34" charset="0"/>
        </a:defRPr>
      </a:lvl8pPr>
      <a:lvl9pPr marL="1828800" algn="l" rtl="0" fontAlgn="base">
        <a:spcBef>
          <a:spcPct val="0"/>
        </a:spcBef>
        <a:spcAft>
          <a:spcPct val="0"/>
        </a:spcAft>
        <a:defRPr sz="4000">
          <a:solidFill>
            <a:schemeClr val="tx1"/>
          </a:solidFill>
          <a:latin typeface="Tahoma" pitchFamily="34" charset="0"/>
        </a:defRPr>
      </a:lvl9pPr>
    </p:titleStyle>
    <p:bodyStyle>
      <a:lvl1pPr marL="342900" indent="-342900" algn="l" rtl="0" eaLnBrk="0" fontAlgn="base" hangingPunct="0">
        <a:spcBef>
          <a:spcPct val="20000"/>
        </a:spcBef>
        <a:spcAft>
          <a:spcPct val="0"/>
        </a:spcAft>
        <a:buClr>
          <a:schemeClr val="accent2"/>
        </a:buClr>
        <a:buSzPct val="75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Font typeface="Wingdings" pitchFamily="2" charset="2"/>
        <a:buChar char="n"/>
        <a:defRPr sz="2400">
          <a:solidFill>
            <a:schemeClr val="tx1"/>
          </a:solidFill>
          <a:latin typeface="+mn-lt"/>
        </a:defRPr>
      </a:lvl2pPr>
      <a:lvl3pPr marL="1143000" indent="-228600" algn="l" rtl="0" eaLnBrk="0" fontAlgn="base" hangingPunct="0">
        <a:spcBef>
          <a:spcPct val="20000"/>
        </a:spcBef>
        <a:spcAft>
          <a:spcPct val="0"/>
        </a:spcAft>
        <a:buClr>
          <a:schemeClr val="bg2"/>
        </a:buClr>
        <a:buSzPct val="75000"/>
        <a:buFont typeface="Wingdings" pitchFamily="2" charset="2"/>
        <a:buChar char="n"/>
        <a:defRPr sz="2000">
          <a:solidFill>
            <a:schemeClr val="tx1"/>
          </a:solidFill>
          <a:latin typeface="+mn-lt"/>
        </a:defRPr>
      </a:lvl3pPr>
      <a:lvl4pPr marL="1600200" indent="-228600" algn="l" rtl="0" eaLnBrk="0" fontAlgn="base" hangingPunct="0">
        <a:spcBef>
          <a:spcPct val="20000"/>
        </a:spcBef>
        <a:spcAft>
          <a:spcPct val="0"/>
        </a:spcAft>
        <a:buClr>
          <a:schemeClr val="tx2"/>
        </a:buClr>
        <a:buSzPct val="7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75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75000"/>
        <a:buFont typeface="Wingdings" pitchFamily="2" charset="2"/>
        <a:buChar char="n"/>
        <a:defRPr>
          <a:solidFill>
            <a:schemeClr val="tx1"/>
          </a:solidFill>
          <a:latin typeface="+mn-lt"/>
        </a:defRPr>
      </a:lvl6pPr>
      <a:lvl7pPr marL="2971800" indent="-228600" algn="l" rtl="0" fontAlgn="base">
        <a:spcBef>
          <a:spcPct val="20000"/>
        </a:spcBef>
        <a:spcAft>
          <a:spcPct val="0"/>
        </a:spcAft>
        <a:buClr>
          <a:schemeClr val="accent1"/>
        </a:buClr>
        <a:buSzPct val="75000"/>
        <a:buFont typeface="Wingdings" pitchFamily="2" charset="2"/>
        <a:buChar char="n"/>
        <a:defRPr>
          <a:solidFill>
            <a:schemeClr val="tx1"/>
          </a:solidFill>
          <a:latin typeface="+mn-lt"/>
        </a:defRPr>
      </a:lvl7pPr>
      <a:lvl8pPr marL="3429000" indent="-228600" algn="l" rtl="0" fontAlgn="base">
        <a:spcBef>
          <a:spcPct val="20000"/>
        </a:spcBef>
        <a:spcAft>
          <a:spcPct val="0"/>
        </a:spcAft>
        <a:buClr>
          <a:schemeClr val="accent1"/>
        </a:buClr>
        <a:buSzPct val="75000"/>
        <a:buFont typeface="Wingdings" pitchFamily="2" charset="2"/>
        <a:buChar char="n"/>
        <a:defRPr>
          <a:solidFill>
            <a:schemeClr val="tx1"/>
          </a:solidFill>
          <a:latin typeface="+mn-lt"/>
        </a:defRPr>
      </a:lvl8pPr>
      <a:lvl9pPr marL="3886200" indent="-228600" algn="l" rtl="0" fontAlgn="base">
        <a:spcBef>
          <a:spcPct val="20000"/>
        </a:spcBef>
        <a:spcAft>
          <a:spcPct val="0"/>
        </a:spcAft>
        <a:buClr>
          <a:schemeClr val="accent1"/>
        </a:buClr>
        <a:buSzPct val="75000"/>
        <a:buFont typeface="Wingdings" pitchFamily="2" charset="2"/>
        <a:buChar char="n"/>
        <a:defRPr>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3095625" y="2816225"/>
            <a:ext cx="5684838" cy="828675"/>
          </a:xfrm>
          <a:prstGeom prst="flowChartAlternateProcess">
            <a:avLst/>
          </a:prstGeom>
          <a:noFill/>
          <a:ln/>
        </p:spPr>
        <p:txBody>
          <a:bodyPr lIns="92075" tIns="46038" rIns="92075" bIns="46038" anchor="t"/>
          <a:lstStyle/>
          <a:p>
            <a:pPr algn="ctr">
              <a:lnSpc>
                <a:spcPct val="90000"/>
              </a:lnSpc>
            </a:pPr>
            <a:r>
              <a:rPr lang="es-ES" sz="2400" b="1" dirty="0" smtClean="0">
                <a:solidFill>
                  <a:schemeClr val="tx1"/>
                </a:solidFill>
              </a:rPr>
              <a:t>EL INFORME DE PASANTÍAS </a:t>
            </a:r>
            <a:br>
              <a:rPr lang="es-ES" sz="2400" b="1" dirty="0" smtClean="0">
                <a:solidFill>
                  <a:schemeClr val="tx1"/>
                </a:solidFill>
              </a:rPr>
            </a:br>
            <a:endParaRPr lang="es-ES" sz="2400" b="1" dirty="0">
              <a:solidFill>
                <a:schemeClr val="tx1"/>
              </a:solidFill>
            </a:endParaRPr>
          </a:p>
        </p:txBody>
      </p:sp>
      <p:sp>
        <p:nvSpPr>
          <p:cNvPr id="4099" name="Rectangle 3"/>
          <p:cNvSpPr>
            <a:spLocks noGrp="1" noChangeArrowheads="1"/>
          </p:cNvSpPr>
          <p:nvPr>
            <p:ph type="subTitle" idx="4294967295"/>
          </p:nvPr>
        </p:nvSpPr>
        <p:spPr>
          <a:xfrm>
            <a:off x="3511550" y="4940300"/>
            <a:ext cx="5022850" cy="698500"/>
          </a:xfrm>
          <a:noFill/>
        </p:spPr>
        <p:txBody>
          <a:bodyPr lIns="92075" tIns="46038" rIns="92075" bIns="46038" anchor="ctr"/>
          <a:lstStyle/>
          <a:p>
            <a:pPr marL="0" indent="0" algn="ctr" eaLnBrk="0" hangingPunct="0">
              <a:spcBef>
                <a:spcPct val="0"/>
              </a:spcBef>
              <a:buClrTx/>
              <a:buSzTx/>
              <a:buFontTx/>
              <a:buNone/>
            </a:pPr>
            <a:r>
              <a:rPr lang="es-ES" sz="1800" b="1" i="1" dirty="0" smtClean="0"/>
              <a:t>DIV. PASANTÍAS, PRÁCTICAS </a:t>
            </a:r>
            <a:r>
              <a:rPr lang="es-ES" sz="1800" b="1" i="1" dirty="0"/>
              <a:t>PROFESIONALES Y SEGUIMIENTO AL EGRESADO</a:t>
            </a:r>
            <a:endParaRPr lang="es-VE" sz="1800" b="1" i="1" dirty="0"/>
          </a:p>
          <a:p>
            <a:pPr marL="0" indent="0">
              <a:lnSpc>
                <a:spcPct val="80000"/>
              </a:lnSpc>
              <a:buFont typeface="Wingdings" pitchFamily="2" charset="2"/>
              <a:buNone/>
            </a:pPr>
            <a:endParaRPr lang="es-ES" sz="1200" i="1" dirty="0">
              <a:latin typeface="Bodoni MT Black" pitchFamily="18" charset="0"/>
            </a:endParaRPr>
          </a:p>
        </p:txBody>
      </p:sp>
      <p:pic>
        <p:nvPicPr>
          <p:cNvPr id="13323" name="Picture 11" descr="http://idata.over-blog.com/3/00/61/02/j0438678.jpg"/>
          <p:cNvPicPr>
            <a:picLocks noChangeAspect="1" noChangeArrowheads="1"/>
          </p:cNvPicPr>
          <p:nvPr/>
        </p:nvPicPr>
        <p:blipFill>
          <a:blip r:embed="rId3"/>
          <a:srcRect/>
          <a:stretch>
            <a:fillRect/>
          </a:stretch>
        </p:blipFill>
        <p:spPr bwMode="auto">
          <a:xfrm>
            <a:off x="409518" y="1822428"/>
            <a:ext cx="3103605" cy="3578274"/>
          </a:xfrm>
          <a:prstGeom prst="rect">
            <a:avLst/>
          </a:prstGeom>
          <a:noFill/>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2991586" y="-2393428"/>
            <a:ext cx="1152525" cy="631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ipe(left)">
                                      <p:cBhvr>
                                        <p:cTn id="7" dur="500"/>
                                        <p:tgtEl>
                                          <p:spTgt spid="409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99"/>
                                        </p:tgtEl>
                                        <p:attrNameLst>
                                          <p:attrName>style.visibility</p:attrName>
                                        </p:attrNameLst>
                                      </p:cBhvr>
                                      <p:to>
                                        <p:strVal val="visible"/>
                                      </p:to>
                                    </p:set>
                                    <p:animEffect transition="in" filter="wipe(left)">
                                      <p:cBhvr>
                                        <p:cTn id="11"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099"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611188" y="296863"/>
            <a:ext cx="6635750" cy="769937"/>
          </a:xfrm>
          <a:noFill/>
        </p:spPr>
        <p:txBody>
          <a:bodyPr lIns="92075" tIns="46038" rIns="92075" bIns="46038"/>
          <a:lstStyle/>
          <a:p>
            <a:pPr algn="ctr"/>
            <a:r>
              <a:rPr lang="es-ES" sz="3400" dirty="0">
                <a:solidFill>
                  <a:srgbClr val="FFCC66"/>
                </a:solidFill>
              </a:rPr>
              <a:t>EL INFORME DE </a:t>
            </a:r>
            <a:r>
              <a:rPr lang="es-ES" sz="3400" dirty="0" smtClean="0">
                <a:solidFill>
                  <a:srgbClr val="FFCC66"/>
                </a:solidFill>
              </a:rPr>
              <a:t>PASANTÍA</a:t>
            </a:r>
            <a:endParaRPr lang="es-ES" sz="3400" dirty="0">
              <a:solidFill>
                <a:srgbClr val="FFCC66"/>
              </a:solidFill>
            </a:endParaRPr>
          </a:p>
        </p:txBody>
      </p:sp>
      <p:sp>
        <p:nvSpPr>
          <p:cNvPr id="33795" name="Rectangle 3"/>
          <p:cNvSpPr>
            <a:spLocks noGrp="1" noChangeArrowheads="1"/>
          </p:cNvSpPr>
          <p:nvPr>
            <p:ph type="body" idx="4294967295"/>
          </p:nvPr>
        </p:nvSpPr>
        <p:spPr>
          <a:xfrm>
            <a:off x="738188" y="1566863"/>
            <a:ext cx="5002212" cy="4600575"/>
          </a:xfrm>
          <a:noFill/>
        </p:spPr>
        <p:txBody>
          <a:bodyPr lIns="92075" tIns="46038" rIns="92075" bIns="46038"/>
          <a:lstStyle/>
          <a:p>
            <a:pPr algn="just"/>
            <a:r>
              <a:rPr lang="es-ES_tradnl" sz="2800" b="1" dirty="0"/>
              <a:t>Páginas </a:t>
            </a:r>
            <a:r>
              <a:rPr lang="es-ES_tradnl" sz="2800" b="1" dirty="0" smtClean="0"/>
              <a:t>preliminares</a:t>
            </a:r>
          </a:p>
          <a:p>
            <a:pPr algn="just"/>
            <a:r>
              <a:rPr lang="es-ES_tradnl" sz="2800" b="1" dirty="0" smtClean="0"/>
              <a:t>Texto </a:t>
            </a:r>
            <a:r>
              <a:rPr lang="es-ES_tradnl" sz="2800" b="1" dirty="0"/>
              <a:t>del Informe</a:t>
            </a:r>
          </a:p>
          <a:p>
            <a:pPr algn="just">
              <a:buFont typeface="Wingdings" pitchFamily="2" charset="2"/>
              <a:buNone/>
            </a:pPr>
            <a:r>
              <a:rPr lang="es-ES_tradnl" sz="2800" b="1" dirty="0"/>
              <a:t>       Introducción</a:t>
            </a:r>
          </a:p>
          <a:p>
            <a:pPr algn="just">
              <a:buFont typeface="Wingdings" pitchFamily="2" charset="2"/>
              <a:buNone/>
            </a:pPr>
            <a:r>
              <a:rPr lang="es-ES_tradnl" sz="2800" b="1" dirty="0"/>
              <a:t>       Capítulo I</a:t>
            </a:r>
          </a:p>
          <a:p>
            <a:pPr algn="just">
              <a:buFont typeface="Wingdings" pitchFamily="2" charset="2"/>
              <a:buNone/>
            </a:pPr>
            <a:r>
              <a:rPr lang="es-ES_tradnl" sz="2800" b="1" dirty="0"/>
              <a:t>       Capítulo II</a:t>
            </a:r>
          </a:p>
          <a:p>
            <a:pPr algn="just">
              <a:buFont typeface="Wingdings" pitchFamily="2" charset="2"/>
              <a:buNone/>
            </a:pPr>
            <a:r>
              <a:rPr lang="es-ES_tradnl" sz="2800" b="1" dirty="0"/>
              <a:t>       Capítulo III</a:t>
            </a:r>
          </a:p>
          <a:p>
            <a:pPr algn="just">
              <a:buFont typeface="Wingdings" pitchFamily="2" charset="2"/>
              <a:buNone/>
            </a:pPr>
            <a:r>
              <a:rPr lang="es-ES_tradnl" sz="2800" b="1" dirty="0"/>
              <a:t>       Capítulo IV</a:t>
            </a:r>
          </a:p>
          <a:p>
            <a:pPr algn="just"/>
            <a:r>
              <a:rPr lang="es-ES_tradnl" sz="2800" b="1" dirty="0"/>
              <a:t> Materiales de Referencia</a:t>
            </a:r>
            <a:endParaRPr lang="es-ES" dirty="0"/>
          </a:p>
          <a:p>
            <a:pPr lvl="1" algn="just"/>
            <a:endParaRPr lang="es-ES" dirty="0"/>
          </a:p>
        </p:txBody>
      </p:sp>
      <p:pic>
        <p:nvPicPr>
          <p:cNvPr id="33796" name="Picture 5"/>
          <p:cNvPicPr>
            <a:picLocks noChangeAspect="1" noChangeArrowheads="1"/>
          </p:cNvPicPr>
          <p:nvPr/>
        </p:nvPicPr>
        <p:blipFill>
          <a:blip r:embed="rId3"/>
          <a:srcRect/>
          <a:stretch>
            <a:fillRect/>
          </a:stretch>
        </p:blipFill>
        <p:spPr bwMode="auto">
          <a:xfrm>
            <a:off x="6361113" y="2420938"/>
            <a:ext cx="2463800" cy="3384550"/>
          </a:xfrm>
          <a:prstGeom prst="rect">
            <a:avLst/>
          </a:prstGeom>
          <a:noFill/>
          <a:ln w="9525">
            <a:noFill/>
            <a:miter lim="800000"/>
            <a:headEnd/>
            <a:tailEnd/>
          </a:ln>
        </p:spPr>
      </p:pic>
    </p:spTree>
  </p:cSld>
  <p:clrMapOvr>
    <a:masterClrMapping/>
  </p:clrMapOvr>
  <p:transition spd="med">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rot="16200000">
            <a:off x="-2575748" y="3083742"/>
            <a:ext cx="6635750" cy="769937"/>
          </a:xfrm>
        </p:spPr>
        <p:style>
          <a:lnRef idx="2">
            <a:schemeClr val="accent2"/>
          </a:lnRef>
          <a:fillRef idx="1">
            <a:schemeClr val="lt1"/>
          </a:fillRef>
          <a:effectRef idx="0">
            <a:schemeClr val="accent2"/>
          </a:effectRef>
          <a:fontRef idx="minor">
            <a:schemeClr val="dk1"/>
          </a:fontRef>
        </p:style>
        <p:txBody>
          <a:bodyPr lIns="92075" tIns="46038" rIns="92075" bIns="46038">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PÁGINAS PRELIMINARES</a:t>
            </a:r>
            <a:endParaRPr lang="es-ES" sz="3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1034" name="Picture 10"/>
          <p:cNvPicPr>
            <a:picLocks noChangeAspect="1" noChangeArrowheads="1"/>
          </p:cNvPicPr>
          <p:nvPr/>
        </p:nvPicPr>
        <p:blipFill>
          <a:blip r:embed="rId3"/>
          <a:srcRect/>
          <a:stretch>
            <a:fillRect/>
          </a:stretch>
        </p:blipFill>
        <p:spPr bwMode="auto">
          <a:xfrm>
            <a:off x="1681163" y="285729"/>
            <a:ext cx="5781675" cy="621510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spd="med">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rot="16200000">
            <a:off x="-2575748" y="3083742"/>
            <a:ext cx="6635750" cy="769937"/>
          </a:xfrm>
        </p:spPr>
        <p:style>
          <a:lnRef idx="2">
            <a:schemeClr val="accent2"/>
          </a:lnRef>
          <a:fillRef idx="1">
            <a:schemeClr val="lt1"/>
          </a:fillRef>
          <a:effectRef idx="0">
            <a:schemeClr val="accent2"/>
          </a:effectRef>
          <a:fontRef idx="minor">
            <a:schemeClr val="dk1"/>
          </a:fontRef>
        </p:style>
        <p:txBody>
          <a:bodyPr lIns="92075" tIns="46038" rIns="92075" bIns="46038">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PÁGINAS PRELIMINARES</a:t>
            </a:r>
            <a:endParaRPr lang="es-ES" sz="3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63491" name="Picture 3"/>
          <p:cNvPicPr>
            <a:picLocks noChangeAspect="1" noChangeArrowheads="1"/>
          </p:cNvPicPr>
          <p:nvPr/>
        </p:nvPicPr>
        <p:blipFill>
          <a:blip r:embed="rId3"/>
          <a:srcRect/>
          <a:stretch>
            <a:fillRect/>
          </a:stretch>
        </p:blipFill>
        <p:spPr bwMode="auto">
          <a:xfrm>
            <a:off x="1522413" y="146050"/>
            <a:ext cx="6099175" cy="642622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spd="med">
    <p:wedg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rot="16200000">
            <a:off x="-2575748" y="3083742"/>
            <a:ext cx="6635750" cy="769937"/>
          </a:xfrm>
        </p:spPr>
        <p:style>
          <a:lnRef idx="2">
            <a:schemeClr val="accent2"/>
          </a:lnRef>
          <a:fillRef idx="1">
            <a:schemeClr val="lt1"/>
          </a:fillRef>
          <a:effectRef idx="0">
            <a:schemeClr val="accent2"/>
          </a:effectRef>
          <a:fontRef idx="minor">
            <a:schemeClr val="dk1"/>
          </a:fontRef>
        </p:style>
        <p:txBody>
          <a:bodyPr lIns="92075" tIns="46038" rIns="92075" bIns="46038">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PÁGINAS PRELIMINARES</a:t>
            </a:r>
            <a:endParaRPr lang="es-ES" sz="3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64514" name="Picture 2"/>
          <p:cNvPicPr>
            <a:picLocks noChangeAspect="1" noChangeArrowheads="1"/>
          </p:cNvPicPr>
          <p:nvPr/>
        </p:nvPicPr>
        <p:blipFill>
          <a:blip r:embed="rId3"/>
          <a:srcRect/>
          <a:stretch>
            <a:fillRect/>
          </a:stretch>
        </p:blipFill>
        <p:spPr bwMode="auto">
          <a:xfrm>
            <a:off x="1758950" y="285728"/>
            <a:ext cx="5624513" cy="62865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spd="med">
    <p:wedg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rot="16200000">
            <a:off x="-2575748" y="3083742"/>
            <a:ext cx="6635750" cy="769937"/>
          </a:xfrm>
        </p:spPr>
        <p:style>
          <a:lnRef idx="2">
            <a:schemeClr val="accent2"/>
          </a:lnRef>
          <a:fillRef idx="1">
            <a:schemeClr val="lt1"/>
          </a:fillRef>
          <a:effectRef idx="0">
            <a:schemeClr val="accent2"/>
          </a:effectRef>
          <a:fontRef idx="minor">
            <a:schemeClr val="dk1"/>
          </a:fontRef>
        </p:style>
        <p:txBody>
          <a:bodyPr lIns="92075" tIns="46038" rIns="92075" bIns="46038">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PÁGINAS PRELIMINARES</a:t>
            </a:r>
            <a:endParaRPr lang="es-ES" sz="3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65538" name="Picture 2"/>
          <p:cNvPicPr>
            <a:picLocks noChangeAspect="1" noChangeArrowheads="1"/>
          </p:cNvPicPr>
          <p:nvPr/>
        </p:nvPicPr>
        <p:blipFill>
          <a:blip r:embed="rId3"/>
          <a:srcRect/>
          <a:stretch>
            <a:fillRect/>
          </a:stretch>
        </p:blipFill>
        <p:spPr bwMode="auto">
          <a:xfrm>
            <a:off x="1758950" y="214291"/>
            <a:ext cx="5624513" cy="628654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spd="med">
    <p:wedg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rot="16200000">
            <a:off x="-2575748" y="3083742"/>
            <a:ext cx="6635750" cy="769937"/>
          </a:xfrm>
        </p:spPr>
        <p:style>
          <a:lnRef idx="2">
            <a:schemeClr val="accent2"/>
          </a:lnRef>
          <a:fillRef idx="1">
            <a:schemeClr val="lt1"/>
          </a:fillRef>
          <a:effectRef idx="0">
            <a:schemeClr val="accent2"/>
          </a:effectRef>
          <a:fontRef idx="minor">
            <a:schemeClr val="dk1"/>
          </a:fontRef>
        </p:style>
        <p:txBody>
          <a:bodyPr lIns="92075" tIns="46038" rIns="92075" bIns="46038">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PÁGINAS PRELIMINARES</a:t>
            </a:r>
            <a:endParaRPr lang="es-ES" sz="3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Rectangle 3"/>
          <p:cNvSpPr>
            <a:spLocks noChangeArrowheads="1"/>
          </p:cNvSpPr>
          <p:nvPr/>
        </p:nvSpPr>
        <p:spPr bwMode="auto">
          <a:xfrm>
            <a:off x="3643306" y="237302"/>
            <a:ext cx="1768369"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b="1" i="0" u="none" strike="noStrike" cap="none" normalizeH="0" baseline="0" dirty="0" smtClean="0">
                <a:ln>
                  <a:noFill/>
                </a:ln>
                <a:solidFill>
                  <a:schemeClr val="bg1"/>
                </a:solidFill>
                <a:effectLst/>
                <a:latin typeface="Arial" pitchFamily="34" charset="0"/>
                <a:cs typeface="Arial" pitchFamily="34" charset="0"/>
              </a:rPr>
              <a:t>ÍNDICE GENERAL </a:t>
            </a:r>
            <a:endParaRPr kumimoji="0" lang="es-ES" sz="1400" b="1" i="0" u="none" strike="noStrike" cap="none" normalizeH="0" baseline="0" dirty="0" smtClean="0">
              <a:ln>
                <a:noFill/>
              </a:ln>
              <a:solidFill>
                <a:schemeClr val="bg1"/>
              </a:solidFill>
              <a:effectLst/>
              <a:latin typeface="Arial"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400" b="1" i="0" u="none" strike="noStrike" cap="none" normalizeH="0" baseline="0" dirty="0" smtClean="0">
              <a:ln>
                <a:noFill/>
              </a:ln>
              <a:solidFill>
                <a:schemeClr val="bg1"/>
              </a:solidFill>
              <a:effectLst/>
              <a:latin typeface="Arial" pitchFamily="34" charset="0"/>
            </a:endParaRPr>
          </a:p>
        </p:txBody>
      </p:sp>
      <p:pic>
        <p:nvPicPr>
          <p:cNvPr id="66562" name="Picture 2"/>
          <p:cNvPicPr>
            <a:picLocks noChangeAspect="1" noChangeArrowheads="1"/>
          </p:cNvPicPr>
          <p:nvPr/>
        </p:nvPicPr>
        <p:blipFill>
          <a:blip r:embed="rId3"/>
          <a:srcRect/>
          <a:stretch>
            <a:fillRect/>
          </a:stretch>
        </p:blipFill>
        <p:spPr bwMode="auto">
          <a:xfrm>
            <a:off x="1357290" y="682625"/>
            <a:ext cx="6978673" cy="54991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spd="med">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rot="16200000">
            <a:off x="-2575748" y="3083742"/>
            <a:ext cx="6635750" cy="769937"/>
          </a:xfrm>
        </p:spPr>
        <p:style>
          <a:lnRef idx="2">
            <a:schemeClr val="accent2"/>
          </a:lnRef>
          <a:fillRef idx="1">
            <a:schemeClr val="lt1"/>
          </a:fillRef>
          <a:effectRef idx="0">
            <a:schemeClr val="accent2"/>
          </a:effectRef>
          <a:fontRef idx="minor">
            <a:schemeClr val="dk1"/>
          </a:fontRef>
        </p:style>
        <p:txBody>
          <a:bodyPr lIns="92075" tIns="46038" rIns="92075" bIns="46038">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PÁGINAS PRELIMINARES</a:t>
            </a:r>
            <a:endParaRPr lang="es-ES" sz="3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6" name="Rectangle 3"/>
          <p:cNvSpPr>
            <a:spLocks noChangeArrowheads="1"/>
          </p:cNvSpPr>
          <p:nvPr/>
        </p:nvSpPr>
        <p:spPr bwMode="auto">
          <a:xfrm>
            <a:off x="2771800" y="273968"/>
            <a:ext cx="3332900"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b="1" i="0" u="none" strike="noStrike" cap="none" normalizeH="0" baseline="0" dirty="0" smtClean="0">
                <a:ln>
                  <a:noFill/>
                </a:ln>
                <a:solidFill>
                  <a:schemeClr val="bg1"/>
                </a:solidFill>
                <a:effectLst/>
                <a:latin typeface="Arial" pitchFamily="34" charset="0"/>
                <a:cs typeface="Arial" pitchFamily="34" charset="0"/>
              </a:rPr>
              <a:t>ÍNDICE GENERAL (CONTINUACIÓN) </a:t>
            </a:r>
            <a:endParaRPr kumimoji="0" lang="es-ES" sz="1400" b="1" i="0" u="none" strike="noStrike" cap="none" normalizeH="0" baseline="0" dirty="0" smtClean="0">
              <a:ln>
                <a:noFill/>
              </a:ln>
              <a:solidFill>
                <a:schemeClr val="bg1"/>
              </a:solidFill>
              <a:effectLst/>
              <a:latin typeface="Arial"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400" b="1" i="0" u="none" strike="noStrike" cap="none" normalizeH="0" baseline="0" dirty="0" smtClean="0">
              <a:ln>
                <a:noFill/>
              </a:ln>
              <a:solidFill>
                <a:schemeClr val="bg1"/>
              </a:solidFill>
              <a:effectLst/>
              <a:latin typeface="Arial" pitchFamily="34" charset="0"/>
            </a:endParaRPr>
          </a:p>
        </p:txBody>
      </p:sp>
      <p:pic>
        <p:nvPicPr>
          <p:cNvPr id="67586" name="Picture 2"/>
          <p:cNvPicPr>
            <a:picLocks noChangeAspect="1" noChangeArrowheads="1"/>
          </p:cNvPicPr>
          <p:nvPr/>
        </p:nvPicPr>
        <p:blipFill>
          <a:blip r:embed="rId3"/>
          <a:srcRect/>
          <a:stretch>
            <a:fillRect/>
          </a:stretch>
        </p:blipFill>
        <p:spPr bwMode="auto">
          <a:xfrm>
            <a:off x="1428728" y="785794"/>
            <a:ext cx="7059613" cy="51879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spd="med">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rot="16200000">
            <a:off x="-2575748" y="3083742"/>
            <a:ext cx="6635750" cy="769937"/>
          </a:xfrm>
        </p:spPr>
        <p:style>
          <a:lnRef idx="2">
            <a:schemeClr val="accent2"/>
          </a:lnRef>
          <a:fillRef idx="1">
            <a:schemeClr val="lt1"/>
          </a:fillRef>
          <a:effectRef idx="0">
            <a:schemeClr val="accent2"/>
          </a:effectRef>
          <a:fontRef idx="minor">
            <a:schemeClr val="dk1"/>
          </a:fontRef>
        </p:style>
        <p:txBody>
          <a:bodyPr lIns="92075" tIns="46038" rIns="92075" bIns="46038">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PÁGINAS PRELIMINARES</a:t>
            </a:r>
            <a:endParaRPr lang="es-ES" sz="3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6" name="Rectangle 3"/>
          <p:cNvSpPr>
            <a:spLocks noChangeArrowheads="1"/>
          </p:cNvSpPr>
          <p:nvPr/>
        </p:nvSpPr>
        <p:spPr bwMode="auto">
          <a:xfrm>
            <a:off x="3434105" y="181635"/>
            <a:ext cx="1540806"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1" i="0" u="none" strike="noStrike" cap="none" normalizeH="0" baseline="0" dirty="0" smtClean="0">
                <a:ln>
                  <a:noFill/>
                </a:ln>
                <a:solidFill>
                  <a:schemeClr val="bg1"/>
                </a:solidFill>
                <a:effectLst/>
                <a:latin typeface="Arial" pitchFamily="34" charset="0"/>
                <a:cs typeface="Arial" pitchFamily="34" charset="0"/>
              </a:rPr>
              <a:t>RESUMEN </a:t>
            </a:r>
            <a:endParaRPr kumimoji="0" lang="es-ES" sz="2000" b="1" i="0" u="none" strike="noStrike" cap="none" normalizeH="0" baseline="0" dirty="0" smtClean="0">
              <a:ln>
                <a:noFill/>
              </a:ln>
              <a:solidFill>
                <a:schemeClr val="bg1"/>
              </a:solidFill>
              <a:effectLst/>
              <a:latin typeface="Arial"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2000" b="1" i="0" u="none" strike="noStrike" cap="none" normalizeH="0" baseline="0" dirty="0" smtClean="0">
              <a:ln>
                <a:noFill/>
              </a:ln>
              <a:solidFill>
                <a:schemeClr val="bg1"/>
              </a:solidFill>
              <a:effectLst/>
              <a:latin typeface="Arial"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4806" y="914399"/>
            <a:ext cx="6163538" cy="5610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053890"/>
      </p:ext>
    </p:extLst>
  </p:cSld>
  <p:clrMapOvr>
    <a:masterClrMapping/>
  </p:clrMapOvr>
  <p:transition spd="med">
    <p:wedg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body" idx="4294967295"/>
          </p:nvPr>
        </p:nvSpPr>
        <p:spPr>
          <a:xfrm>
            <a:off x="791580" y="1772816"/>
            <a:ext cx="7086600" cy="3352800"/>
          </a:xfrm>
        </p:spPr>
        <p:txBody>
          <a:bodyPr/>
          <a:lstStyle/>
          <a:p>
            <a:r>
              <a:rPr lang="es-ES_tradnl" sz="2000" b="1" dirty="0"/>
              <a:t>Nombre oficial de la empresa o Institución.</a:t>
            </a:r>
          </a:p>
          <a:p>
            <a:endParaRPr lang="es-ES_tradnl" sz="2000" b="1" dirty="0"/>
          </a:p>
          <a:p>
            <a:r>
              <a:rPr lang="es-ES_tradnl" sz="2000" b="1" dirty="0" smtClean="0"/>
              <a:t>Tipo </a:t>
            </a:r>
            <a:r>
              <a:rPr lang="es-ES_tradnl" sz="2000" b="1" dirty="0"/>
              <a:t>y rama de actividad comercial.</a:t>
            </a:r>
          </a:p>
          <a:p>
            <a:endParaRPr lang="es-ES_tradnl" sz="2000" b="1" dirty="0"/>
          </a:p>
          <a:p>
            <a:r>
              <a:rPr lang="es-ES_tradnl" sz="2000" b="1" dirty="0" smtClean="0"/>
              <a:t>Misión </a:t>
            </a:r>
            <a:r>
              <a:rPr lang="es-ES_tradnl" sz="2000" b="1" dirty="0"/>
              <a:t>y Visión</a:t>
            </a:r>
          </a:p>
          <a:p>
            <a:endParaRPr lang="es-ES_tradnl" sz="2000" b="1" dirty="0"/>
          </a:p>
          <a:p>
            <a:r>
              <a:rPr lang="es-ES_tradnl" sz="2000" b="1" dirty="0"/>
              <a:t>Objetivos de la empresa</a:t>
            </a:r>
          </a:p>
          <a:p>
            <a:endParaRPr lang="es-ES_tradnl" sz="2000" b="1" dirty="0"/>
          </a:p>
          <a:p>
            <a:r>
              <a:rPr lang="es-ES_tradnl" sz="2000" b="1" dirty="0" smtClean="0"/>
              <a:t>Estructura Organizacional </a:t>
            </a:r>
            <a:r>
              <a:rPr lang="es-ES_tradnl" sz="2000" b="1" dirty="0"/>
              <a:t>(Organigrama).</a:t>
            </a:r>
          </a:p>
          <a:p>
            <a:endParaRPr lang="es-ES" sz="2000" dirty="0"/>
          </a:p>
        </p:txBody>
      </p:sp>
      <p:sp>
        <p:nvSpPr>
          <p:cNvPr id="67601" name="Text Box 17"/>
          <p:cNvSpPr>
            <a:spLocks noGrp="1" noChangeArrowheads="1"/>
          </p:cNvSpPr>
          <p:nvPr>
            <p:ph type="title" idx="4294967295"/>
          </p:nvPr>
        </p:nvSpPr>
        <p:spPr>
          <a:xfrm>
            <a:off x="1007604" y="0"/>
            <a:ext cx="7086600" cy="1447800"/>
          </a:xfrm>
        </p:spPr>
        <p:style>
          <a:lnRef idx="2">
            <a:schemeClr val="accent2"/>
          </a:lnRef>
          <a:fillRef idx="1">
            <a:schemeClr val="lt1"/>
          </a:fillRef>
          <a:effectRef idx="0">
            <a:schemeClr val="accent2"/>
          </a:effectRef>
          <a:fontRef idx="minor">
            <a:schemeClr val="dk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s-ES_tradnl"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 </a:t>
            </a:r>
            <a:br>
              <a:rPr lang="es-ES_tradnl"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_tradnl"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RESEÑA DE LA EMPRESA.</a:t>
            </a:r>
            <a:endParaRPr lang="es-ES"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7601"/>
                                        </p:tgtEl>
                                        <p:attrNameLst>
                                          <p:attrName>style.visibility</p:attrName>
                                        </p:attrNameLst>
                                      </p:cBhvr>
                                      <p:to>
                                        <p:strVal val="visible"/>
                                      </p:to>
                                    </p:set>
                                    <p:anim calcmode="lin" valueType="num">
                                      <p:cBhvr additive="base">
                                        <p:cTn id="7" dur="500" fill="hold"/>
                                        <p:tgtEl>
                                          <p:spTgt spid="67601"/>
                                        </p:tgtEl>
                                        <p:attrNameLst>
                                          <p:attrName>ppt_x</p:attrName>
                                        </p:attrNameLst>
                                      </p:cBhvr>
                                      <p:tavLst>
                                        <p:tav tm="0">
                                          <p:val>
                                            <p:strVal val="1+#ppt_w/2"/>
                                          </p:val>
                                        </p:tav>
                                        <p:tav tm="100000">
                                          <p:val>
                                            <p:strVal val="#ppt_x"/>
                                          </p:val>
                                        </p:tav>
                                      </p:tavLst>
                                    </p:anim>
                                    <p:anim calcmode="lin" valueType="num">
                                      <p:cBhvr additive="base">
                                        <p:cTn id="8" dur="500" fill="hold"/>
                                        <p:tgtEl>
                                          <p:spTgt spid="676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4294967295"/>
          </p:nvPr>
        </p:nvSpPr>
        <p:spPr>
          <a:xfrm>
            <a:off x="1403350" y="1808163"/>
            <a:ext cx="7086600" cy="3352800"/>
          </a:xfrm>
        </p:spPr>
        <p:txBody>
          <a:bodyPr/>
          <a:lstStyle/>
          <a:p>
            <a:r>
              <a:rPr lang="es-ES_tradnl" sz="2000" b="1" dirty="0" smtClean="0"/>
              <a:t>Nombre del Departamento </a:t>
            </a:r>
          </a:p>
          <a:p>
            <a:endParaRPr lang="es-ES_tradnl" sz="2000" b="1" dirty="0" smtClean="0"/>
          </a:p>
          <a:p>
            <a:r>
              <a:rPr lang="es-ES_tradnl" sz="2000" b="1" dirty="0" smtClean="0"/>
              <a:t>Explicación </a:t>
            </a:r>
            <a:r>
              <a:rPr lang="es-ES_tradnl" sz="2000" b="1" dirty="0"/>
              <a:t>y señalamiento de los objetivos departamentales.</a:t>
            </a:r>
          </a:p>
          <a:p>
            <a:pPr>
              <a:buFont typeface="Wingdings" pitchFamily="2" charset="2"/>
              <a:buNone/>
            </a:pPr>
            <a:endParaRPr lang="es-ES_tradnl" sz="2000" b="1" dirty="0"/>
          </a:p>
          <a:p>
            <a:r>
              <a:rPr lang="es-ES_tradnl" sz="2000" b="1" dirty="0"/>
              <a:t>Funciones y actividades del departamento.</a:t>
            </a:r>
          </a:p>
          <a:p>
            <a:pPr>
              <a:buFont typeface="Wingdings" pitchFamily="2" charset="2"/>
              <a:buNone/>
            </a:pPr>
            <a:endParaRPr lang="es-ES_tradnl" sz="2000" b="1" dirty="0"/>
          </a:p>
          <a:p>
            <a:r>
              <a:rPr lang="es-ES_tradnl" sz="2000" b="1" dirty="0"/>
              <a:t>Interrelación con los otros departamentos</a:t>
            </a:r>
          </a:p>
          <a:p>
            <a:pPr>
              <a:buFont typeface="Wingdings" pitchFamily="2" charset="2"/>
              <a:buNone/>
            </a:pPr>
            <a:endParaRPr lang="es-ES_tradnl" sz="2000" b="1" dirty="0"/>
          </a:p>
          <a:p>
            <a:r>
              <a:rPr lang="es-ES_tradnl" sz="2000" b="1" dirty="0"/>
              <a:t>Su estructura organizacional (Organigrama</a:t>
            </a:r>
            <a:r>
              <a:rPr lang="es-ES_tradnl" sz="1800" b="1" dirty="0"/>
              <a:t>).</a:t>
            </a:r>
          </a:p>
          <a:p>
            <a:endParaRPr lang="es-ES" sz="1800" dirty="0"/>
          </a:p>
        </p:txBody>
      </p:sp>
      <p:sp>
        <p:nvSpPr>
          <p:cNvPr id="68611" name="Text Box 3"/>
          <p:cNvSpPr>
            <a:spLocks noGrp="1" noChangeArrowheads="1"/>
          </p:cNvSpPr>
          <p:nvPr>
            <p:ph type="title" idx="4294967295"/>
          </p:nvPr>
        </p:nvSpPr>
        <p:spPr>
          <a:xfrm>
            <a:off x="755650" y="144463"/>
            <a:ext cx="7489825" cy="1447800"/>
          </a:xfrm>
        </p:spPr>
        <p:style>
          <a:lnRef idx="2">
            <a:schemeClr val="accent2"/>
          </a:lnRef>
          <a:fillRef idx="1">
            <a:schemeClr val="lt1"/>
          </a:fillRef>
          <a:effectRef idx="0">
            <a:schemeClr val="accent2"/>
          </a:effectRef>
          <a:fontRef idx="minor">
            <a:schemeClr val="dk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II </a:t>
            </a:r>
            <a:b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DESCRIPCIÓN DEL DEPARTAMENTO DONDE REALIZÓ LAS PASANTÍAS.</a:t>
            </a:r>
            <a:r>
              <a:rPr lang="es-E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endParaRPr lang="es-E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5844" name="AutoShape 4"/>
          <p:cNvSpPr>
            <a:spLocks noChangeArrowheads="1"/>
          </p:cNvSpPr>
          <p:nvPr/>
        </p:nvSpPr>
        <p:spPr bwMode="auto">
          <a:xfrm>
            <a:off x="179388" y="1952625"/>
            <a:ext cx="900112" cy="2879725"/>
          </a:xfrm>
          <a:prstGeom prst="curvedRightArrow">
            <a:avLst>
              <a:gd name="adj1" fmla="val 63986"/>
              <a:gd name="adj2" fmla="val 127972"/>
              <a:gd name="adj3" fmla="val 33333"/>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s-VE"/>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8611"/>
                                        </p:tgtEl>
                                        <p:attrNameLst>
                                          <p:attrName>style.visibility</p:attrName>
                                        </p:attrNameLst>
                                      </p:cBhvr>
                                      <p:to>
                                        <p:strVal val="visible"/>
                                      </p:to>
                                    </p:set>
                                    <p:anim calcmode="lin" valueType="num">
                                      <p:cBhvr additive="base">
                                        <p:cTn id="7" dur="500" fill="hold"/>
                                        <p:tgtEl>
                                          <p:spTgt spid="68611"/>
                                        </p:tgtEl>
                                        <p:attrNameLst>
                                          <p:attrName>ppt_x</p:attrName>
                                        </p:attrNameLst>
                                      </p:cBhvr>
                                      <p:tavLst>
                                        <p:tav tm="0">
                                          <p:val>
                                            <p:strVal val="1+#ppt_w/2"/>
                                          </p:val>
                                        </p:tav>
                                        <p:tav tm="100000">
                                          <p:val>
                                            <p:strVal val="#ppt_x"/>
                                          </p:val>
                                        </p:tav>
                                      </p:tavLst>
                                    </p:anim>
                                    <p:anim calcmode="lin" valueType="num">
                                      <p:cBhvr additive="base">
                                        <p:cTn id="8" dur="500" fill="hold"/>
                                        <p:tgtEl>
                                          <p:spTgt spid="686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p:cNvSpPr>
            <a:spLocks noGrp="1" noChangeArrowheads="1"/>
          </p:cNvSpPr>
          <p:nvPr>
            <p:ph type="title" idx="4294967295"/>
          </p:nvPr>
        </p:nvSpPr>
        <p:spPr>
          <a:xfrm>
            <a:off x="611188" y="188913"/>
            <a:ext cx="7489825" cy="1447800"/>
          </a:xfrm>
        </p:spPr>
        <p:style>
          <a:lnRef idx="2">
            <a:schemeClr val="accent2"/>
          </a:lnRef>
          <a:fillRef idx="1">
            <a:schemeClr val="lt1"/>
          </a:fillRef>
          <a:effectRef idx="0">
            <a:schemeClr val="accent2"/>
          </a:effectRef>
          <a:fontRef idx="minor">
            <a:schemeClr val="dk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s-ES_tradnl"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III </a:t>
            </a:r>
            <a:br>
              <a:rPr lang="es-ES_tradnl"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_tradnl" sz="29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ACTIVIDADES DESARROLLADAS</a:t>
            </a:r>
            <a:r>
              <a:rPr lang="es-ES"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endParaRPr lang="es-ES"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6867" name="AutoShape 4"/>
          <p:cNvSpPr>
            <a:spLocks noChangeArrowheads="1"/>
          </p:cNvSpPr>
          <p:nvPr/>
        </p:nvSpPr>
        <p:spPr bwMode="auto">
          <a:xfrm>
            <a:off x="179388" y="1916113"/>
            <a:ext cx="1476375" cy="2916237"/>
          </a:xfrm>
          <a:prstGeom prst="curvedRightArrow">
            <a:avLst>
              <a:gd name="adj1" fmla="val 43072"/>
              <a:gd name="adj2" fmla="val 79011"/>
              <a:gd name="adj3" fmla="val 33333"/>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s-VE" b="1" spc="5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
        <p:nvSpPr>
          <p:cNvPr id="69637" name="Text Box 5"/>
          <p:cNvSpPr>
            <a:spLocks noGrp="1" noChangeArrowheads="1"/>
          </p:cNvSpPr>
          <p:nvPr>
            <p:ph type="body" idx="4294967295"/>
          </p:nvPr>
        </p:nvSpPr>
        <p:spPr>
          <a:xfrm>
            <a:off x="1908175" y="1773238"/>
            <a:ext cx="5311775" cy="3344862"/>
          </a:xfrm>
          <a:solidFill>
            <a:srgbClr val="99CCFF"/>
          </a:solidFill>
          <a:ln>
            <a:solidFill>
              <a:srgbClr val="99CCFF"/>
            </a:solidFill>
          </a:ln>
        </p:spPr>
        <p:txBody>
          <a:bodyPr/>
          <a:lstStyle/>
          <a:p>
            <a:pPr>
              <a:buFont typeface="Wingdings" pitchFamily="2" charset="2"/>
              <a:buNone/>
            </a:pPr>
            <a:endParaRPr lang="es-ES_tradnl" b="1" dirty="0"/>
          </a:p>
          <a:p>
            <a:r>
              <a:rPr lang="es-ES_tradnl" sz="2000" b="1" dirty="0"/>
              <a:t>ACTIVIDADES DESARROLLADAS:</a:t>
            </a:r>
          </a:p>
          <a:p>
            <a:pPr lvl="1">
              <a:buClr>
                <a:srgbClr val="FF0000"/>
              </a:buClr>
            </a:pPr>
            <a:r>
              <a:rPr lang="es-ES_tradnl" sz="2400" b="1" dirty="0"/>
              <a:t>Cronograma de actividades</a:t>
            </a:r>
          </a:p>
          <a:p>
            <a:pPr lvl="1">
              <a:buClr>
                <a:srgbClr val="FF0000"/>
              </a:buClr>
            </a:pPr>
            <a:r>
              <a:rPr lang="es-ES_tradnl" sz="2400" b="1" dirty="0"/>
              <a:t>Recursos utilizados</a:t>
            </a:r>
          </a:p>
          <a:p>
            <a:pPr lvl="1">
              <a:buClr>
                <a:srgbClr val="FF0000"/>
              </a:buClr>
            </a:pPr>
            <a:r>
              <a:rPr lang="es-ES_tradnl" sz="2400" b="1" dirty="0"/>
              <a:t>Descripción de actividades desarrolladas</a:t>
            </a:r>
            <a:r>
              <a:rPr lang="es-ES_tradnl" sz="1600" b="1" dirty="0"/>
              <a:t>.</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9635"/>
                                        </p:tgtEl>
                                        <p:attrNameLst>
                                          <p:attrName>style.visibility</p:attrName>
                                        </p:attrNameLst>
                                      </p:cBhvr>
                                      <p:to>
                                        <p:strVal val="visible"/>
                                      </p:to>
                                    </p:set>
                                    <p:anim calcmode="lin" valueType="num">
                                      <p:cBhvr additive="base">
                                        <p:cTn id="7" dur="500" fill="hold"/>
                                        <p:tgtEl>
                                          <p:spTgt spid="69635"/>
                                        </p:tgtEl>
                                        <p:attrNameLst>
                                          <p:attrName>ppt_x</p:attrName>
                                        </p:attrNameLst>
                                      </p:cBhvr>
                                      <p:tavLst>
                                        <p:tav tm="0">
                                          <p:val>
                                            <p:strVal val="1+#ppt_w/2"/>
                                          </p:val>
                                        </p:tav>
                                        <p:tav tm="100000">
                                          <p:val>
                                            <p:strVal val="#ppt_x"/>
                                          </p:val>
                                        </p:tav>
                                      </p:tavLst>
                                    </p:anim>
                                    <p:anim calcmode="lin" valueType="num">
                                      <p:cBhvr additive="base">
                                        <p:cTn id="8" dur="500" fill="hold"/>
                                        <p:tgtEl>
                                          <p:spTgt spid="6963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69637"/>
                                        </p:tgtEl>
                                        <p:attrNameLst>
                                          <p:attrName>style.visibility</p:attrName>
                                        </p:attrNameLst>
                                      </p:cBhvr>
                                      <p:to>
                                        <p:strVal val="visible"/>
                                      </p:to>
                                    </p:set>
                                    <p:anim calcmode="lin" valueType="num">
                                      <p:cBhvr>
                                        <p:cTn id="12" dur="500" fill="hold"/>
                                        <p:tgtEl>
                                          <p:spTgt spid="69637"/>
                                        </p:tgtEl>
                                        <p:attrNameLst>
                                          <p:attrName>ppt_w</p:attrName>
                                        </p:attrNameLst>
                                      </p:cBhvr>
                                      <p:tavLst>
                                        <p:tav tm="0">
                                          <p:val>
                                            <p:fltVal val="0"/>
                                          </p:val>
                                        </p:tav>
                                        <p:tav tm="100000">
                                          <p:val>
                                            <p:strVal val="#ppt_w"/>
                                          </p:val>
                                        </p:tav>
                                      </p:tavLst>
                                    </p:anim>
                                    <p:anim calcmode="lin" valueType="num">
                                      <p:cBhvr>
                                        <p:cTn id="13" dur="500" fill="hold"/>
                                        <p:tgtEl>
                                          <p:spTgt spid="6963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nimBg="1"/>
      <p:bldP spid="69637"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a:spLocks noGrp="1" noChangeArrowheads="1"/>
          </p:cNvSpPr>
          <p:nvPr>
            <p:ph type="title" idx="4294967295"/>
          </p:nvPr>
        </p:nvSpPr>
        <p:spPr>
          <a:xfrm>
            <a:off x="719138" y="152400"/>
            <a:ext cx="7489825" cy="1447800"/>
          </a:xfrm>
        </p:spPr>
        <p:style>
          <a:lnRef idx="2">
            <a:schemeClr val="accent2"/>
          </a:lnRef>
          <a:fillRef idx="1">
            <a:schemeClr val="lt1"/>
          </a:fillRef>
          <a:effectRef idx="0">
            <a:schemeClr val="accent2"/>
          </a:effectRef>
          <a:fontRef idx="minor">
            <a:schemeClr val="dk1"/>
          </a:fontRef>
        </p:style>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s-ES_tradnl" sz="29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CRONOGRAMA DE </a:t>
            </a:r>
            <a:r>
              <a:rPr lang="es-ES_tradnl" sz="29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ACTIVIDADES</a:t>
            </a:r>
            <a:endParaRPr lang="es-ES" sz="25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70660" name="Text Box 4"/>
          <p:cNvSpPr>
            <a:spLocks noGrp="1" noChangeArrowheads="1"/>
          </p:cNvSpPr>
          <p:nvPr>
            <p:ph type="body" idx="4294967295"/>
          </p:nvPr>
        </p:nvSpPr>
        <p:spPr>
          <a:xfrm>
            <a:off x="900113" y="1592263"/>
            <a:ext cx="7083425" cy="3354387"/>
          </a:xfrm>
          <a:ln/>
        </p:spPr>
        <p:txBody>
          <a:bodyPr/>
          <a:lstStyle/>
          <a:p>
            <a:pPr algn="just">
              <a:spcBef>
                <a:spcPct val="50000"/>
              </a:spcBef>
              <a:buClrTx/>
              <a:buSzTx/>
              <a:buFontTx/>
              <a:buNone/>
            </a:pPr>
            <a:r>
              <a:rPr lang="es-ES_tradnl" b="1" dirty="0">
                <a:solidFill>
                  <a:srgbClr val="3333CC"/>
                </a:solidFill>
              </a:rPr>
              <a:t>	Se refiere a la presentación de la planificación  de manera gráfica, para ello </a:t>
            </a:r>
            <a:r>
              <a:rPr lang="es-ES_tradnl" b="1" dirty="0" smtClean="0">
                <a:solidFill>
                  <a:srgbClr val="3333CC"/>
                </a:solidFill>
              </a:rPr>
              <a:t>se utilizará la </a:t>
            </a:r>
            <a:r>
              <a:rPr lang="es-ES_tradnl" b="1" dirty="0">
                <a:solidFill>
                  <a:srgbClr val="3333CC"/>
                </a:solidFill>
              </a:rPr>
              <a:t>gráfica de Gantt, donde se especificará en la columna de la izquierda las actividades a cumplir y en las columnas de la derecha el lapso de la ejecución de dichas actividades.</a:t>
            </a:r>
            <a:endParaRPr lang="es-ES" b="1" dirty="0">
              <a:solidFill>
                <a:srgbClr val="3333CC"/>
              </a:solidFill>
            </a:endParaRPr>
          </a:p>
          <a:p>
            <a:pPr>
              <a:buFont typeface="Wingdings" pitchFamily="2" charset="2"/>
              <a:buNone/>
            </a:pPr>
            <a:endParaRPr lang="es-ES_tradnl" b="1" dirty="0">
              <a:solidFill>
                <a:srgbClr val="99CCFF"/>
              </a:solidFill>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0658"/>
                                        </p:tgtEl>
                                        <p:attrNameLst>
                                          <p:attrName>style.visibility</p:attrName>
                                        </p:attrNameLst>
                                      </p:cBhvr>
                                      <p:to>
                                        <p:strVal val="visible"/>
                                      </p:to>
                                    </p:set>
                                    <p:anim calcmode="lin" valueType="num">
                                      <p:cBhvr additive="base">
                                        <p:cTn id="7" dur="500" fill="hold"/>
                                        <p:tgtEl>
                                          <p:spTgt spid="70658"/>
                                        </p:tgtEl>
                                        <p:attrNameLst>
                                          <p:attrName>ppt_x</p:attrName>
                                        </p:attrNameLst>
                                      </p:cBhvr>
                                      <p:tavLst>
                                        <p:tav tm="0">
                                          <p:val>
                                            <p:strVal val="1+#ppt_w/2"/>
                                          </p:val>
                                        </p:tav>
                                        <p:tav tm="100000">
                                          <p:val>
                                            <p:strVal val="#ppt_x"/>
                                          </p:val>
                                        </p:tav>
                                      </p:tavLst>
                                    </p:anim>
                                    <p:anim calcmode="lin" valueType="num">
                                      <p:cBhvr additive="base">
                                        <p:cTn id="8" dur="500" fill="hold"/>
                                        <p:tgtEl>
                                          <p:spTgt spid="7065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70660"/>
                                        </p:tgtEl>
                                        <p:attrNameLst>
                                          <p:attrName>style.visibility</p:attrName>
                                        </p:attrNameLst>
                                      </p:cBhvr>
                                      <p:to>
                                        <p:strVal val="visible"/>
                                      </p:to>
                                    </p:set>
                                    <p:anim calcmode="lin" valueType="num">
                                      <p:cBhvr>
                                        <p:cTn id="12" dur="500" fill="hold"/>
                                        <p:tgtEl>
                                          <p:spTgt spid="70660"/>
                                        </p:tgtEl>
                                        <p:attrNameLst>
                                          <p:attrName>ppt_w</p:attrName>
                                        </p:attrNameLst>
                                      </p:cBhvr>
                                      <p:tavLst>
                                        <p:tav tm="0">
                                          <p:val>
                                            <p:fltVal val="0"/>
                                          </p:val>
                                        </p:tav>
                                        <p:tav tm="100000">
                                          <p:val>
                                            <p:strVal val="#ppt_w"/>
                                          </p:val>
                                        </p:tav>
                                      </p:tavLst>
                                    </p:anim>
                                    <p:anim calcmode="lin" valueType="num">
                                      <p:cBhvr>
                                        <p:cTn id="13" dur="500" fill="hold"/>
                                        <p:tgtEl>
                                          <p:spTgt spid="706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animBg="1"/>
      <p:bldP spid="706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2662558" y="364014"/>
            <a:ext cx="4072397"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s-E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CRONOGRAMA DE ACTIVIDADES</a:t>
            </a:r>
          </a:p>
        </p:txBody>
      </p:sp>
      <p:graphicFrame>
        <p:nvGraphicFramePr>
          <p:cNvPr id="3" name="2 Tabla"/>
          <p:cNvGraphicFramePr>
            <a:graphicFrameLocks noGrp="1"/>
          </p:cNvGraphicFramePr>
          <p:nvPr>
            <p:extLst>
              <p:ext uri="{D42A27DB-BD31-4B8C-83A1-F6EECF244321}">
                <p14:modId xmlns:p14="http://schemas.microsoft.com/office/powerpoint/2010/main" val="3372242688"/>
              </p:ext>
            </p:extLst>
          </p:nvPr>
        </p:nvGraphicFramePr>
        <p:xfrm>
          <a:off x="539552" y="872716"/>
          <a:ext cx="7920877" cy="5808600"/>
        </p:xfrm>
        <a:graphic>
          <a:graphicData uri="http://schemas.openxmlformats.org/drawingml/2006/table">
            <a:tbl>
              <a:tblPr>
                <a:tableStyleId>{284E427A-3D55-4303-BF80-6455036E1DE7}</a:tableStyleId>
              </a:tblPr>
              <a:tblGrid>
                <a:gridCol w="4715791"/>
                <a:gridCol w="534181"/>
                <a:gridCol w="534181"/>
                <a:gridCol w="534181"/>
                <a:gridCol w="534181"/>
                <a:gridCol w="534181"/>
                <a:gridCol w="534181"/>
              </a:tblGrid>
              <a:tr h="551404">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gridSpan="4">
                  <a:txBody>
                    <a:bodyPr/>
                    <a:lstStyle/>
                    <a:p>
                      <a:pPr indent="449580" algn="just">
                        <a:lnSpc>
                          <a:spcPct val="150000"/>
                        </a:lnSpc>
                        <a:spcAft>
                          <a:spcPts val="0"/>
                        </a:spcAft>
                      </a:pPr>
                      <a:r>
                        <a:rPr lang="es-ES" sz="1200">
                          <a:effectLst/>
                        </a:rPr>
                        <a:t>    AGOSTO</a:t>
                      </a:r>
                      <a:endParaRPr lang="es-ES" sz="1200">
                        <a:solidFill>
                          <a:sysClr val="windowText" lastClr="000000"/>
                        </a:solidFill>
                        <a:effectLst/>
                        <a:latin typeface="+mn-lt"/>
                        <a:ea typeface="Times New Roman"/>
                        <a:cs typeface="Times New Roman"/>
                      </a:endParaRPr>
                    </a:p>
                  </a:txBody>
                  <a:tcPr marL="39617" marR="39617" marT="0" marB="0"/>
                </a:tc>
                <a:tc hMerge="1">
                  <a:txBody>
                    <a:bodyPr/>
                    <a:lstStyle/>
                    <a:p>
                      <a:endParaRPr lang="es-ES"/>
                    </a:p>
                  </a:txBody>
                  <a:tcPr/>
                </a:tc>
                <a:tc hMerge="1">
                  <a:txBody>
                    <a:bodyPr/>
                    <a:lstStyle/>
                    <a:p>
                      <a:endParaRPr lang="es-ES"/>
                    </a:p>
                  </a:txBody>
                  <a:tcPr/>
                </a:tc>
                <a:tc hMerge="1">
                  <a:txBody>
                    <a:bodyPr/>
                    <a:lstStyle/>
                    <a:p>
                      <a:endParaRPr lang="es-ES"/>
                    </a:p>
                  </a:txBody>
                  <a:tcPr/>
                </a:tc>
                <a:tc gridSpan="2">
                  <a:txBody>
                    <a:bodyPr/>
                    <a:lstStyle/>
                    <a:p>
                      <a:pPr indent="449580" algn="just">
                        <a:lnSpc>
                          <a:spcPct val="150000"/>
                        </a:lnSpc>
                        <a:spcAft>
                          <a:spcPts val="0"/>
                        </a:spcAft>
                      </a:pPr>
                      <a:r>
                        <a:rPr lang="es-ES" sz="1200">
                          <a:effectLst/>
                        </a:rPr>
                        <a:t> SEPT</a:t>
                      </a:r>
                      <a:endParaRPr lang="es-ES" sz="1200">
                        <a:solidFill>
                          <a:sysClr val="windowText" lastClr="000000"/>
                        </a:solidFill>
                        <a:effectLst/>
                        <a:latin typeface="+mn-lt"/>
                        <a:ea typeface="Times New Roman"/>
                        <a:cs typeface="Times New Roman"/>
                      </a:endParaRPr>
                    </a:p>
                  </a:txBody>
                  <a:tcPr marL="39617" marR="39617" marT="0" marB="0"/>
                </a:tc>
                <a:tc hMerge="1">
                  <a:txBody>
                    <a:bodyPr/>
                    <a:lstStyle/>
                    <a:p>
                      <a:endParaRPr lang="es-ES"/>
                    </a:p>
                  </a:txBody>
                  <a:tcPr/>
                </a:tc>
              </a:tr>
              <a:tr h="296763">
                <a:tc>
                  <a:txBody>
                    <a:bodyPr/>
                    <a:lstStyle/>
                    <a:p>
                      <a:pPr indent="449580" algn="just">
                        <a:lnSpc>
                          <a:spcPct val="150000"/>
                        </a:lnSpc>
                        <a:spcAft>
                          <a:spcPts val="0"/>
                        </a:spcAft>
                      </a:pPr>
                      <a:r>
                        <a:rPr lang="es-ES" sz="1400" dirty="0">
                          <a:effectLst/>
                        </a:rPr>
                        <a:t>ACTIVIDADES</a:t>
                      </a:r>
                      <a:endParaRPr lang="es-ES" sz="1400" b="1" dirty="0">
                        <a:solidFill>
                          <a:sysClr val="windowText" lastClr="000000"/>
                        </a:solidFill>
                        <a:effectLst/>
                        <a:latin typeface="+mn-lt"/>
                        <a:ea typeface="Times New Roman"/>
                        <a:cs typeface="Times New Roman"/>
                      </a:endParaRPr>
                    </a:p>
                  </a:txBody>
                  <a:tcPr marL="39617" marR="39617" marT="0" marB="0"/>
                </a:tc>
                <a:tc>
                  <a:txBody>
                    <a:bodyPr/>
                    <a:lstStyle/>
                    <a:p>
                      <a:pPr marL="0" indent="174625" algn="ctr">
                        <a:lnSpc>
                          <a:spcPct val="150000"/>
                        </a:lnSpc>
                        <a:spcAft>
                          <a:spcPts val="0"/>
                        </a:spcAft>
                      </a:pPr>
                      <a:r>
                        <a:rPr lang="es-ES" sz="1200" b="1" dirty="0"/>
                        <a:t>1</a:t>
                      </a:r>
                    </a:p>
                  </a:txBody>
                  <a:tcPr marL="39617" marR="39617" marT="0" marB="0"/>
                </a:tc>
                <a:tc>
                  <a:txBody>
                    <a:bodyPr/>
                    <a:lstStyle/>
                    <a:p>
                      <a:pPr marL="0" indent="261938" algn="ctr">
                        <a:lnSpc>
                          <a:spcPct val="150000"/>
                        </a:lnSpc>
                        <a:spcAft>
                          <a:spcPts val="0"/>
                        </a:spcAft>
                      </a:pPr>
                      <a:r>
                        <a:rPr lang="es-ES" sz="1200" b="1" dirty="0"/>
                        <a:t>2</a:t>
                      </a:r>
                    </a:p>
                  </a:txBody>
                  <a:tcPr marL="39617" marR="39617" marT="0" marB="0"/>
                </a:tc>
                <a:tc>
                  <a:txBody>
                    <a:bodyPr/>
                    <a:lstStyle/>
                    <a:p>
                      <a:pPr marL="0" indent="174625" algn="ctr">
                        <a:lnSpc>
                          <a:spcPct val="150000"/>
                        </a:lnSpc>
                        <a:spcAft>
                          <a:spcPts val="0"/>
                        </a:spcAft>
                      </a:pPr>
                      <a:r>
                        <a:rPr lang="es-ES" sz="1200" b="1" dirty="0"/>
                        <a:t>3</a:t>
                      </a:r>
                    </a:p>
                  </a:txBody>
                  <a:tcPr marL="39617" marR="39617" marT="0" marB="0"/>
                </a:tc>
                <a:tc>
                  <a:txBody>
                    <a:bodyPr/>
                    <a:lstStyle/>
                    <a:p>
                      <a:pPr marL="0" indent="261938" algn="ctr">
                        <a:lnSpc>
                          <a:spcPct val="150000"/>
                        </a:lnSpc>
                        <a:spcAft>
                          <a:spcPts val="0"/>
                        </a:spcAft>
                      </a:pPr>
                      <a:r>
                        <a:rPr lang="es-ES" sz="1200" b="1" dirty="0"/>
                        <a:t>4</a:t>
                      </a:r>
                    </a:p>
                  </a:txBody>
                  <a:tcPr marL="39617" marR="39617" marT="0" marB="0"/>
                </a:tc>
                <a:tc>
                  <a:txBody>
                    <a:bodyPr/>
                    <a:lstStyle/>
                    <a:p>
                      <a:pPr marL="0" indent="261938" algn="ctr">
                        <a:lnSpc>
                          <a:spcPct val="150000"/>
                        </a:lnSpc>
                        <a:spcAft>
                          <a:spcPts val="0"/>
                        </a:spcAft>
                      </a:pPr>
                      <a:r>
                        <a:rPr lang="es-ES" sz="1200" b="1" dirty="0"/>
                        <a:t>5</a:t>
                      </a:r>
                    </a:p>
                  </a:txBody>
                  <a:tcPr marL="39617" marR="39617" marT="0" marB="0"/>
                </a:tc>
                <a:tc>
                  <a:txBody>
                    <a:bodyPr/>
                    <a:lstStyle/>
                    <a:p>
                      <a:pPr marL="0" indent="261938" algn="ctr">
                        <a:lnSpc>
                          <a:spcPct val="150000"/>
                        </a:lnSpc>
                        <a:spcAft>
                          <a:spcPts val="0"/>
                        </a:spcAft>
                      </a:pPr>
                      <a:r>
                        <a:rPr lang="es-ES" sz="1200" b="1" dirty="0"/>
                        <a:t>6</a:t>
                      </a:r>
                    </a:p>
                  </a:txBody>
                  <a:tcPr marL="39617" marR="39617" marT="0" marB="0"/>
                </a:tc>
              </a:tr>
              <a:tr h="531452">
                <a:tc>
                  <a:txBody>
                    <a:bodyPr/>
                    <a:lstStyle/>
                    <a:p>
                      <a:pPr marL="0" indent="87313" algn="just">
                        <a:lnSpc>
                          <a:spcPct val="150000"/>
                        </a:lnSpc>
                        <a:spcAft>
                          <a:spcPts val="0"/>
                        </a:spcAft>
                      </a:pPr>
                      <a:r>
                        <a:rPr lang="es-ES" sz="1200" dirty="0">
                          <a:effectLst/>
                        </a:rPr>
                        <a:t>Inducción  por parte del Tutor Industrial</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r>
              <a:tr h="551404">
                <a:tc>
                  <a:txBody>
                    <a:bodyPr/>
                    <a:lstStyle/>
                    <a:p>
                      <a:pPr marL="0" indent="87313" algn="just">
                        <a:lnSpc>
                          <a:spcPct val="150000"/>
                        </a:lnSpc>
                        <a:spcAft>
                          <a:spcPts val="0"/>
                        </a:spcAft>
                      </a:pPr>
                      <a:r>
                        <a:rPr lang="es-ES" sz="1200" dirty="0">
                          <a:effectLst/>
                        </a:rPr>
                        <a:t>Actualización y Organización de archivos elegibles</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r>
              <a:tr h="551404">
                <a:tc>
                  <a:txBody>
                    <a:bodyPr/>
                    <a:lstStyle/>
                    <a:p>
                      <a:pPr marL="0" indent="87313" algn="just">
                        <a:lnSpc>
                          <a:spcPct val="150000"/>
                        </a:lnSpc>
                        <a:spcAft>
                          <a:spcPts val="0"/>
                        </a:spcAft>
                      </a:pPr>
                      <a:r>
                        <a:rPr lang="es-ES" sz="1200" dirty="0">
                          <a:effectLst/>
                        </a:rPr>
                        <a:t>Diseño de Tríptico sobre el  Departamento de Personal</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r>
              <a:tr h="500294">
                <a:tc>
                  <a:txBody>
                    <a:bodyPr/>
                    <a:lstStyle/>
                    <a:p>
                      <a:pPr marL="0" indent="87313" algn="just">
                        <a:lnSpc>
                          <a:spcPct val="150000"/>
                        </a:lnSpc>
                        <a:spcAft>
                          <a:spcPts val="0"/>
                        </a:spcAft>
                      </a:pPr>
                      <a:r>
                        <a:rPr lang="es-ES" sz="1200" dirty="0">
                          <a:effectLst/>
                        </a:rPr>
                        <a:t>Cálculo de Liquidaciones al </a:t>
                      </a:r>
                      <a:r>
                        <a:rPr lang="es-ES" sz="1200" dirty="0" smtClean="0">
                          <a:effectLst/>
                        </a:rPr>
                        <a:t>Personal</a:t>
                      </a:r>
                    </a:p>
                    <a:p>
                      <a:pPr indent="449580" algn="just">
                        <a:lnSpc>
                          <a:spcPct val="150000"/>
                        </a:lnSpc>
                        <a:spcAft>
                          <a:spcPts val="0"/>
                        </a:spcAft>
                      </a:pP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r>
              <a:tr h="500294">
                <a:tc>
                  <a:txBody>
                    <a:bodyPr/>
                    <a:lstStyle/>
                    <a:p>
                      <a:pPr marL="0" indent="87313" algn="just">
                        <a:lnSpc>
                          <a:spcPct val="150000"/>
                        </a:lnSpc>
                        <a:spcAft>
                          <a:spcPts val="0"/>
                        </a:spcAft>
                      </a:pPr>
                      <a:r>
                        <a:rPr lang="es-ES" sz="1200" dirty="0">
                          <a:effectLst/>
                        </a:rPr>
                        <a:t>Programa de </a:t>
                      </a:r>
                      <a:r>
                        <a:rPr lang="es-ES" sz="1200" dirty="0" smtClean="0">
                          <a:effectLst/>
                        </a:rPr>
                        <a:t>Adiestramiento</a:t>
                      </a:r>
                    </a:p>
                    <a:p>
                      <a:pPr indent="449580" algn="just">
                        <a:lnSpc>
                          <a:spcPct val="150000"/>
                        </a:lnSpc>
                        <a:spcAft>
                          <a:spcPts val="0"/>
                        </a:spcAft>
                      </a:pP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r>
              <a:tr h="551404">
                <a:tc>
                  <a:txBody>
                    <a:bodyPr/>
                    <a:lstStyle/>
                    <a:p>
                      <a:pPr marL="0" indent="87313" algn="just">
                        <a:lnSpc>
                          <a:spcPct val="150000"/>
                        </a:lnSpc>
                        <a:spcAft>
                          <a:spcPts val="0"/>
                        </a:spcAft>
                      </a:pPr>
                      <a:r>
                        <a:rPr lang="es-ES" sz="1200" dirty="0">
                          <a:effectLst/>
                        </a:rPr>
                        <a:t>Elaboración de Nómina y Cálculo Horas Extras</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r>
              <a:tr h="551404">
                <a:tc>
                  <a:txBody>
                    <a:bodyPr/>
                    <a:lstStyle/>
                    <a:p>
                      <a:pPr marL="0" indent="87313" algn="just">
                        <a:lnSpc>
                          <a:spcPct val="150000"/>
                        </a:lnSpc>
                        <a:spcAft>
                          <a:spcPts val="0"/>
                        </a:spcAft>
                      </a:pPr>
                      <a:r>
                        <a:rPr lang="es-ES" sz="1200" dirty="0">
                          <a:effectLst/>
                        </a:rPr>
                        <a:t>Colaboración en el proceso de Reclutamiento Externo de Personal</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r>
              <a:tr h="551404">
                <a:tc>
                  <a:txBody>
                    <a:bodyPr/>
                    <a:lstStyle/>
                    <a:p>
                      <a:pPr marL="0" indent="87313" algn="just">
                        <a:lnSpc>
                          <a:spcPct val="150000"/>
                        </a:lnSpc>
                        <a:spcAft>
                          <a:spcPts val="0"/>
                        </a:spcAft>
                      </a:pPr>
                      <a:r>
                        <a:rPr lang="es-ES" sz="1200" dirty="0">
                          <a:effectLst/>
                        </a:rPr>
                        <a:t>Incorporación y Desincorporación al  Seguro Social</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r>
              <a:tr h="551404">
                <a:tc>
                  <a:txBody>
                    <a:bodyPr/>
                    <a:lstStyle/>
                    <a:p>
                      <a:pPr marL="0" indent="87313" algn="just">
                        <a:lnSpc>
                          <a:spcPct val="150000"/>
                        </a:lnSpc>
                        <a:spcAft>
                          <a:spcPts val="0"/>
                        </a:spcAft>
                      </a:pPr>
                      <a:r>
                        <a:rPr lang="es-ES" sz="1200" dirty="0">
                          <a:effectLst/>
                        </a:rPr>
                        <a:t>Calculo de Prestaciones Sociales a Personal en Retiro</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a:effectLst/>
                        </a:rPr>
                        <a:t> </a:t>
                      </a:r>
                      <a:endParaRPr lang="es-ES" sz="120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indent="449580" algn="just">
                        <a:lnSpc>
                          <a:spcPct val="150000"/>
                        </a:lnSpc>
                        <a:spcAft>
                          <a:spcPts val="0"/>
                        </a:spcAf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c>
                  <a:txBody>
                    <a:bodyPr/>
                    <a:lstStyle/>
                    <a:p>
                      <a:pPr marL="0" lvl="0" indent="0" algn="just">
                        <a:lnSpc>
                          <a:spcPct val="150000"/>
                        </a:lnSpc>
                        <a:spcAft>
                          <a:spcPts val="0"/>
                        </a:spcAft>
                        <a:buClr>
                          <a:srgbClr val="800000"/>
                        </a:buClr>
                        <a:buSzPts val="800"/>
                        <a:buFont typeface="Wingdings"/>
                        <a:buNone/>
                        <a:tabLst>
                          <a:tab pos="252095" algn="l"/>
                        </a:tabLst>
                      </a:pPr>
                      <a:r>
                        <a:rPr lang="es-ES" sz="1200" dirty="0">
                          <a:effectLst/>
                        </a:rPr>
                        <a:t> </a:t>
                      </a:r>
                      <a:endParaRPr lang="es-ES" sz="1200" dirty="0">
                        <a:solidFill>
                          <a:sysClr val="windowText" lastClr="000000"/>
                        </a:solidFill>
                        <a:effectLst/>
                        <a:latin typeface="+mn-lt"/>
                        <a:ea typeface="Times New Roman"/>
                        <a:cs typeface="Times New Roman"/>
                      </a:endParaRPr>
                    </a:p>
                  </a:txBody>
                  <a:tcPr marL="39617" marR="39617" marT="0" marB="0">
                    <a:solidFill>
                      <a:srgbClr val="FF0000"/>
                    </a:solidFill>
                  </a:tcPr>
                </a:tc>
              </a:tr>
            </a:tbl>
          </a:graphicData>
        </a:graphic>
      </p:graphicFrame>
    </p:spTree>
  </p:cSld>
  <p:clrMapOvr>
    <a:masterClrMapping/>
  </p:clrMapOvr>
  <p:transition spd="med">
    <p:wedg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1"/>
          <p:cNvSpPr>
            <a:spLocks noChangeArrowheads="1"/>
          </p:cNvSpPr>
          <p:nvPr/>
        </p:nvSpPr>
        <p:spPr bwMode="auto">
          <a:xfrm>
            <a:off x="1223963" y="2024063"/>
            <a:ext cx="6994525" cy="2709862"/>
          </a:xfrm>
          <a:prstGeom prst="rect">
            <a:avLst/>
          </a:prstGeom>
          <a:noFill/>
          <a:ln w="9525">
            <a:noFill/>
            <a:miter lim="800000"/>
            <a:headEnd/>
            <a:tailEnd/>
          </a:ln>
        </p:spPr>
        <p:txBody>
          <a:bodyPr wrap="none">
            <a:spAutoFit/>
          </a:bodyPr>
          <a:lstStyle/>
          <a:p>
            <a:pPr eaLnBrk="1" hangingPunct="1">
              <a:spcBef>
                <a:spcPct val="50000"/>
              </a:spcBef>
            </a:pPr>
            <a:r>
              <a:rPr lang="es-ES_tradnl" sz="2800" b="1" dirty="0">
                <a:latin typeface="Tahoma" pitchFamily="34" charset="0"/>
              </a:rPr>
              <a:t>RECURSOS UTILIZADOS</a:t>
            </a:r>
            <a:endParaRPr lang="es-ES" sz="2800" b="1" dirty="0">
              <a:latin typeface="Tahoma" pitchFamily="34" charset="0"/>
            </a:endParaRPr>
          </a:p>
          <a:p>
            <a:pPr eaLnBrk="1" hangingPunct="1">
              <a:spcBef>
                <a:spcPct val="50000"/>
              </a:spcBef>
            </a:pPr>
            <a:endParaRPr lang="es-ES_tradnl" sz="2400" b="1" dirty="0">
              <a:latin typeface="Tahoma" pitchFamily="34" charset="0"/>
            </a:endParaRPr>
          </a:p>
          <a:p>
            <a:pPr eaLnBrk="1" hangingPunct="1">
              <a:spcBef>
                <a:spcPct val="50000"/>
              </a:spcBef>
            </a:pPr>
            <a:r>
              <a:rPr lang="es-ES_tradnl" sz="2400" b="1" dirty="0">
                <a:latin typeface="Tahoma" pitchFamily="34" charset="0"/>
              </a:rPr>
              <a:t>Referidos a los recursos </a:t>
            </a:r>
          </a:p>
          <a:p>
            <a:pPr eaLnBrk="1" hangingPunct="1">
              <a:spcBef>
                <a:spcPct val="50000"/>
              </a:spcBef>
            </a:pPr>
            <a:r>
              <a:rPr lang="es-ES_tradnl" sz="2400" b="1" dirty="0">
                <a:latin typeface="Tahoma" pitchFamily="34" charset="0"/>
              </a:rPr>
              <a:t>materiales, humanos y logísticos </a:t>
            </a:r>
          </a:p>
          <a:p>
            <a:pPr eaLnBrk="1" hangingPunct="1">
              <a:spcBef>
                <a:spcPct val="50000"/>
              </a:spcBef>
            </a:pPr>
            <a:r>
              <a:rPr lang="es-ES_tradnl" sz="2400" b="1" dirty="0">
                <a:latin typeface="Tahoma" pitchFamily="34" charset="0"/>
              </a:rPr>
              <a:t>utilizados para la ejecución de las pasantías.</a:t>
            </a:r>
            <a:endParaRPr lang="es-ES" sz="2400" b="1" dirty="0">
              <a:latin typeface="Tahoma" pitchFamily="34" charset="0"/>
            </a:endParaRPr>
          </a:p>
        </p:txBody>
      </p:sp>
    </p:spTree>
  </p:cSld>
  <p:clrMapOvr>
    <a:masterClrMapping/>
  </p:clrMapOvr>
  <p:transition spd="med">
    <p:wedg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ChangeArrowheads="1"/>
          </p:cNvSpPr>
          <p:nvPr/>
        </p:nvSpPr>
        <p:spPr bwMode="auto">
          <a:xfrm>
            <a:off x="2232025" y="2024063"/>
            <a:ext cx="3995738" cy="3170237"/>
          </a:xfrm>
          <a:prstGeom prst="rect">
            <a:avLst/>
          </a:prstGeom>
          <a:solidFill>
            <a:srgbClr val="CCECFF"/>
          </a:solidFill>
          <a:ln w="9525">
            <a:solidFill>
              <a:srgbClr val="99CCFF"/>
            </a:solidFill>
            <a:miter lim="800000"/>
            <a:headEnd/>
            <a:tailEnd/>
          </a:ln>
        </p:spPr>
        <p:txBody>
          <a:bodyPr wrap="none" anchor="ctr"/>
          <a:lstStyle/>
          <a:p>
            <a:pPr algn="ctr"/>
            <a:r>
              <a:rPr lang="es-ES_tradnl" sz="2000" b="1">
                <a:latin typeface="Tahoma" pitchFamily="34" charset="0"/>
              </a:rPr>
              <a:t>QUÉ HIZO?</a:t>
            </a:r>
          </a:p>
          <a:p>
            <a:pPr algn="ctr"/>
            <a:endParaRPr lang="es-ES_tradnl" sz="2000" b="1">
              <a:latin typeface="Tahoma" pitchFamily="34" charset="0"/>
            </a:endParaRPr>
          </a:p>
          <a:p>
            <a:pPr algn="ctr"/>
            <a:r>
              <a:rPr lang="es-ES_tradnl" sz="2000" b="1">
                <a:latin typeface="Tahoma" pitchFamily="34" charset="0"/>
              </a:rPr>
              <a:t> ¿PARA QUÉ SE HIZO?</a:t>
            </a:r>
          </a:p>
          <a:p>
            <a:pPr algn="ctr"/>
            <a:endParaRPr lang="es-ES_tradnl" sz="2000" b="1">
              <a:latin typeface="Tahoma" pitchFamily="34" charset="0"/>
            </a:endParaRPr>
          </a:p>
          <a:p>
            <a:pPr algn="ctr"/>
            <a:r>
              <a:rPr lang="es-ES_tradnl" sz="2000" b="1">
                <a:latin typeface="Tahoma" pitchFamily="34" charset="0"/>
              </a:rPr>
              <a:t>¿CÓMO SE HIZO?</a:t>
            </a:r>
            <a:endParaRPr lang="es-VE" sz="2000" b="1">
              <a:latin typeface="Tahoma" pitchFamily="34" charset="0"/>
            </a:endParaRPr>
          </a:p>
        </p:txBody>
      </p:sp>
      <p:pic>
        <p:nvPicPr>
          <p:cNvPr id="74756" name="Picture 4" descr="j0078711"/>
          <p:cNvPicPr>
            <a:picLocks noChangeAspect="1" noChangeArrowheads="1"/>
          </p:cNvPicPr>
          <p:nvPr/>
        </p:nvPicPr>
        <p:blipFill>
          <a:blip r:embed="rId3"/>
          <a:srcRect/>
          <a:stretch>
            <a:fillRect/>
          </a:stretch>
        </p:blipFill>
        <p:spPr bwMode="auto">
          <a:xfrm>
            <a:off x="6985000" y="2168525"/>
            <a:ext cx="1622425" cy="3933825"/>
          </a:xfrm>
          <a:prstGeom prst="rect">
            <a:avLst/>
          </a:prstGeom>
          <a:noFill/>
          <a:ln w="9525">
            <a:noFill/>
            <a:miter lim="800000"/>
            <a:headEnd/>
            <a:tailEnd/>
          </a:ln>
        </p:spPr>
      </p:pic>
      <p:sp>
        <p:nvSpPr>
          <p:cNvPr id="2" name="1 CuadroTexto"/>
          <p:cNvSpPr txBox="1"/>
          <p:nvPr/>
        </p:nvSpPr>
        <p:spPr>
          <a:xfrm>
            <a:off x="431540" y="332656"/>
            <a:ext cx="7740860"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anose="020B0604030504040204" pitchFamily="34" charset="0"/>
              </a:rPr>
              <a:t>DESCRIPCIÓN DE LAS ACTIVIDADES DESARROLLADAS </a:t>
            </a:r>
            <a:endParaRPr lang="es-E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anose="020B0604030504040204" pitchFamily="34" charset="0"/>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4" fill="hold" grpId="0" nodeType="afterEffect">
                                  <p:stCondLst>
                                    <p:cond delay="0"/>
                                  </p:stCondLst>
                                  <p:childTnLst>
                                    <p:set>
                                      <p:cBhvr>
                                        <p:cTn id="6" dur="1" fill="hold">
                                          <p:stCondLst>
                                            <p:cond delay="0"/>
                                          </p:stCondLst>
                                        </p:cTn>
                                        <p:tgtEl>
                                          <p:spTgt spid="74755"/>
                                        </p:tgtEl>
                                        <p:attrNameLst>
                                          <p:attrName>style.visibility</p:attrName>
                                        </p:attrNameLst>
                                      </p:cBhvr>
                                      <p:to>
                                        <p:strVal val="visible"/>
                                      </p:to>
                                    </p:set>
                                    <p:anim calcmode="lin" valueType="num">
                                      <p:cBhvr>
                                        <p:cTn id="7" dur="500" fill="hold"/>
                                        <p:tgtEl>
                                          <p:spTgt spid="74755"/>
                                        </p:tgtEl>
                                        <p:attrNameLst>
                                          <p:attrName>ppt_x</p:attrName>
                                        </p:attrNameLst>
                                      </p:cBhvr>
                                      <p:tavLst>
                                        <p:tav tm="0">
                                          <p:val>
                                            <p:strVal val="#ppt_x"/>
                                          </p:val>
                                        </p:tav>
                                        <p:tav tm="100000">
                                          <p:val>
                                            <p:strVal val="#ppt_x"/>
                                          </p:val>
                                        </p:tav>
                                      </p:tavLst>
                                    </p:anim>
                                    <p:anim calcmode="lin" valueType="num">
                                      <p:cBhvr>
                                        <p:cTn id="8" dur="500" fill="hold"/>
                                        <p:tgtEl>
                                          <p:spTgt spid="74755"/>
                                        </p:tgtEl>
                                        <p:attrNameLst>
                                          <p:attrName>ppt_y</p:attrName>
                                        </p:attrNameLst>
                                      </p:cBhvr>
                                      <p:tavLst>
                                        <p:tav tm="0">
                                          <p:val>
                                            <p:strVal val="#ppt_y+#ppt_h/2"/>
                                          </p:val>
                                        </p:tav>
                                        <p:tav tm="100000">
                                          <p:val>
                                            <p:strVal val="#ppt_y"/>
                                          </p:val>
                                        </p:tav>
                                      </p:tavLst>
                                    </p:anim>
                                    <p:anim calcmode="lin" valueType="num">
                                      <p:cBhvr>
                                        <p:cTn id="9" dur="500" fill="hold"/>
                                        <p:tgtEl>
                                          <p:spTgt spid="74755"/>
                                        </p:tgtEl>
                                        <p:attrNameLst>
                                          <p:attrName>ppt_w</p:attrName>
                                        </p:attrNameLst>
                                      </p:cBhvr>
                                      <p:tavLst>
                                        <p:tav tm="0">
                                          <p:val>
                                            <p:strVal val="#ppt_w"/>
                                          </p:val>
                                        </p:tav>
                                        <p:tav tm="100000">
                                          <p:val>
                                            <p:strVal val="#ppt_w"/>
                                          </p:val>
                                        </p:tav>
                                      </p:tavLst>
                                    </p:anim>
                                    <p:anim calcmode="lin" valueType="num">
                                      <p:cBhvr>
                                        <p:cTn id="10" dur="500" fill="hold"/>
                                        <p:tgtEl>
                                          <p:spTgt spid="74755"/>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74756"/>
                                        </p:tgtEl>
                                        <p:attrNameLst>
                                          <p:attrName>style.visibility</p:attrName>
                                        </p:attrNameLst>
                                      </p:cBhvr>
                                      <p:to>
                                        <p:strVal val="visible"/>
                                      </p:to>
                                    </p:set>
                                    <p:anim calcmode="lin" valueType="num">
                                      <p:cBhvr additive="base">
                                        <p:cTn id="14" dur="500" fill="hold"/>
                                        <p:tgtEl>
                                          <p:spTgt spid="74756"/>
                                        </p:tgtEl>
                                        <p:attrNameLst>
                                          <p:attrName>ppt_x</p:attrName>
                                        </p:attrNameLst>
                                      </p:cBhvr>
                                      <p:tavLst>
                                        <p:tav tm="0">
                                          <p:val>
                                            <p:strVal val="1+#ppt_w/2"/>
                                          </p:val>
                                        </p:tav>
                                        <p:tav tm="100000">
                                          <p:val>
                                            <p:strVal val="#ppt_x"/>
                                          </p:val>
                                        </p:tav>
                                      </p:tavLst>
                                    </p:anim>
                                    <p:anim calcmode="lin" valueType="num">
                                      <p:cBhvr additive="base">
                                        <p:cTn id="15" dur="500" fill="hold"/>
                                        <p:tgtEl>
                                          <p:spTgt spid="747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31540" y="332656"/>
            <a:ext cx="7740860"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anose="020B0604030504040204" pitchFamily="34" charset="0"/>
              </a:rPr>
              <a:t>DESCRIPCIÓN DE LAS ACTIVIDADES DESARROLLADAS </a:t>
            </a:r>
            <a:endParaRPr lang="es-E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anose="020B0604030504040204" pitchFamily="34"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494" y="1772816"/>
            <a:ext cx="7762930"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7894674"/>
      </p:ext>
    </p:extLst>
  </p:cSld>
  <p:clrMapOvr>
    <a:masterClrMapping/>
  </p:clrMapOvr>
  <p:transition spd="med">
    <p:wedg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ChangeArrowheads="1"/>
          </p:cNvSpPr>
          <p:nvPr/>
        </p:nvSpPr>
        <p:spPr bwMode="auto">
          <a:xfrm>
            <a:off x="359532" y="225425"/>
            <a:ext cx="8316924" cy="10156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IV</a:t>
            </a:r>
          </a:p>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DIAGNÓSTICO </a:t>
            </a:r>
            <a:r>
              <a:rPr lang="es-ES_tradnl"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SITUACIONAL Y </a:t>
            </a: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PROPUESTA DE SOLUCIÓN</a:t>
            </a:r>
          </a:p>
          <a:p>
            <a:endParaRPr lang="es-E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76805" name="Text Box 5"/>
          <p:cNvSpPr>
            <a:spLocks noGrp="1" noChangeArrowheads="1"/>
          </p:cNvSpPr>
          <p:nvPr>
            <p:ph type="body" idx="4294967295"/>
          </p:nvPr>
        </p:nvSpPr>
        <p:spPr>
          <a:xfrm>
            <a:off x="251520" y="1520788"/>
            <a:ext cx="8496944" cy="4644516"/>
          </a:xfrm>
          <a:effectLst/>
        </p:spPr>
        <p:style>
          <a:lnRef idx="2">
            <a:schemeClr val="accent2"/>
          </a:lnRef>
          <a:fillRef idx="1">
            <a:schemeClr val="lt1"/>
          </a:fillRef>
          <a:effectRef idx="0">
            <a:schemeClr val="accent2"/>
          </a:effectRef>
          <a:fontRef idx="minor">
            <a:schemeClr val="dk1"/>
          </a:fontRef>
        </p:style>
        <p:txBody>
          <a:bodyPr/>
          <a:lstStyle/>
          <a:p>
            <a:pPr marL="0" indent="0" algn="just">
              <a:buNone/>
            </a:pPr>
            <a:endParaRPr lang="es-ES_tradnl" sz="2400" b="1" dirty="0" smtClean="0">
              <a:solidFill>
                <a:srgbClr val="0000FF"/>
              </a:solidFill>
            </a:endParaRPr>
          </a:p>
          <a:p>
            <a:pPr algn="just"/>
            <a:r>
              <a:rPr lang="es-ES_tradnl" sz="2400" b="1" dirty="0" smtClean="0">
                <a:solidFill>
                  <a:srgbClr val="C00000"/>
                </a:solidFill>
              </a:rPr>
              <a:t>Descripción </a:t>
            </a:r>
            <a:r>
              <a:rPr lang="es-ES_tradnl" sz="2400" b="1" dirty="0">
                <a:solidFill>
                  <a:srgbClr val="C00000"/>
                </a:solidFill>
              </a:rPr>
              <a:t>y Formulación  del </a:t>
            </a:r>
            <a:r>
              <a:rPr lang="es-ES_tradnl" sz="2400" b="1" dirty="0" smtClean="0">
                <a:solidFill>
                  <a:srgbClr val="C00000"/>
                </a:solidFill>
              </a:rPr>
              <a:t>Problema: </a:t>
            </a:r>
            <a:r>
              <a:rPr lang="es-ES" sz="2400" dirty="0"/>
              <a:t>consiste en definir las debilidades, limitaciones, hechos o acontecimientos, detectados y seleccionado  en el diagnostico situacional, </a:t>
            </a:r>
            <a:r>
              <a:rPr lang="es-ES" sz="2400" dirty="0" smtClean="0"/>
              <a:t>identificando </a:t>
            </a:r>
            <a:r>
              <a:rPr lang="es-ES" sz="2400" dirty="0"/>
              <a:t>claramente sus </a:t>
            </a:r>
            <a:r>
              <a:rPr lang="es-ES" sz="2400" dirty="0">
                <a:solidFill>
                  <a:srgbClr val="C00000"/>
                </a:solidFill>
              </a:rPr>
              <a:t>causas y consecuencias </a:t>
            </a:r>
            <a:r>
              <a:rPr lang="es-ES" sz="2400" dirty="0"/>
              <a:t>por separado cada una, donde deberán estar bien explicadas y fundamentadas, de manera que se visualice claramente las posibles situaciones futuras, en caso de que se mantenga la situación actual y no se maneje el </a:t>
            </a:r>
            <a:r>
              <a:rPr lang="es-ES" sz="2400" dirty="0" smtClean="0"/>
              <a:t>proceso.</a:t>
            </a:r>
            <a:endParaRPr lang="es-ES_tradnl" sz="2400" b="1" dirty="0">
              <a:solidFill>
                <a:srgbClr val="0000FF"/>
              </a:solidFill>
            </a:endParaRPr>
          </a:p>
          <a:p>
            <a:pPr>
              <a:buFont typeface="Wingdings" pitchFamily="2" charset="2"/>
              <a:buNone/>
            </a:pPr>
            <a:endParaRPr lang="es-ES_tradnl" sz="2400" b="1" dirty="0">
              <a:solidFill>
                <a:srgbClr val="0000FF"/>
              </a:solidFill>
            </a:endParaRPr>
          </a:p>
          <a:p>
            <a:endParaRPr lang="es-ES_tradnl" sz="2400" b="1" dirty="0"/>
          </a:p>
        </p:txBody>
      </p:sp>
    </p:spTree>
    <p:extLst>
      <p:ext uri="{BB962C8B-B14F-4D97-AF65-F5344CB8AC3E}">
        <p14:creationId xmlns:p14="http://schemas.microsoft.com/office/powerpoint/2010/main" val="3365404828"/>
      </p:ext>
    </p:extLst>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ppt_w</p:attrName>
                                        </p:attrNameLst>
                                      </p:cBhvr>
                                      <p:tavLst>
                                        <p:tav tm="0">
                                          <p:val>
                                            <p:fltVal val="0"/>
                                          </p:val>
                                        </p:tav>
                                        <p:tav tm="100000">
                                          <p:val>
                                            <p:strVal val="#ppt_w"/>
                                          </p:val>
                                        </p:tav>
                                      </p:tavLst>
                                    </p:anim>
                                    <p:anim calcmode="lin" valueType="num">
                                      <p:cBhvr>
                                        <p:cTn id="8" dur="500" fill="hold"/>
                                        <p:tgtEl>
                                          <p:spTgt spid="7680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ChangeArrowheads="1"/>
          </p:cNvSpPr>
          <p:nvPr/>
        </p:nvSpPr>
        <p:spPr bwMode="auto">
          <a:xfrm>
            <a:off x="359532" y="225425"/>
            <a:ext cx="8316924" cy="10156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IV</a:t>
            </a:r>
          </a:p>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DIAGNÓSTICO </a:t>
            </a:r>
            <a:r>
              <a:rPr lang="es-ES_tradnl"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SITUACIONAL Y </a:t>
            </a: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PROPUESTA DE SOLUCIÓN</a:t>
            </a:r>
          </a:p>
          <a:p>
            <a:endParaRPr lang="es-E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76805" name="Text Box 5"/>
          <p:cNvSpPr>
            <a:spLocks noGrp="1" noChangeArrowheads="1"/>
          </p:cNvSpPr>
          <p:nvPr>
            <p:ph type="body" idx="4294967295"/>
          </p:nvPr>
        </p:nvSpPr>
        <p:spPr>
          <a:xfrm>
            <a:off x="179512" y="1700808"/>
            <a:ext cx="8496944" cy="3852428"/>
          </a:xfrm>
          <a:effectLst/>
        </p:spPr>
        <p:style>
          <a:lnRef idx="2">
            <a:schemeClr val="accent2"/>
          </a:lnRef>
          <a:fillRef idx="1">
            <a:schemeClr val="lt1"/>
          </a:fillRef>
          <a:effectRef idx="0">
            <a:schemeClr val="accent2"/>
          </a:effectRef>
          <a:fontRef idx="minor">
            <a:schemeClr val="dk1"/>
          </a:fontRef>
        </p:style>
        <p:txBody>
          <a:bodyPr/>
          <a:lstStyle/>
          <a:p>
            <a:pPr marL="0" indent="0" algn="just">
              <a:buNone/>
            </a:pPr>
            <a:endParaRPr lang="es-ES_tradnl" sz="2400" b="1" dirty="0" smtClean="0">
              <a:solidFill>
                <a:srgbClr val="0000FF"/>
              </a:solidFill>
            </a:endParaRPr>
          </a:p>
          <a:p>
            <a:pPr algn="just"/>
            <a:r>
              <a:rPr lang="es-ES_tradnl" sz="2400" b="1" dirty="0" smtClean="0">
                <a:solidFill>
                  <a:srgbClr val="C00000"/>
                </a:solidFill>
              </a:rPr>
              <a:t>Análisis </a:t>
            </a:r>
            <a:r>
              <a:rPr lang="es-ES_tradnl" sz="2400" b="1" dirty="0">
                <a:solidFill>
                  <a:srgbClr val="C00000"/>
                </a:solidFill>
              </a:rPr>
              <a:t>de la información objeto de </a:t>
            </a:r>
            <a:r>
              <a:rPr lang="es-ES_tradnl" sz="2400" b="1" dirty="0" smtClean="0">
                <a:solidFill>
                  <a:srgbClr val="C00000"/>
                </a:solidFill>
              </a:rPr>
              <a:t>estudio: </a:t>
            </a:r>
            <a:r>
              <a:rPr lang="es-ES" sz="2400" dirty="0"/>
              <a:t>consiste en un examen crítico de los datos o información obtenida, fundamentado el análisis con una </a:t>
            </a:r>
            <a:r>
              <a:rPr lang="es-ES" sz="2400" b="1" dirty="0">
                <a:solidFill>
                  <a:srgbClr val="C00000"/>
                </a:solidFill>
              </a:rPr>
              <a:t>base teórica y conceptual</a:t>
            </a:r>
            <a:r>
              <a:rPr lang="es-ES" sz="2400" dirty="0"/>
              <a:t> que integre aprendizajes logrados en diversas asignaturas de la especialidad y </a:t>
            </a:r>
            <a:r>
              <a:rPr lang="es-ES" sz="2400" dirty="0">
                <a:solidFill>
                  <a:srgbClr val="C00000"/>
                </a:solidFill>
              </a:rPr>
              <a:t>las </a:t>
            </a:r>
            <a:r>
              <a:rPr lang="es-ES" sz="2400" b="1" dirty="0">
                <a:solidFill>
                  <a:srgbClr val="C00000"/>
                </a:solidFill>
              </a:rPr>
              <a:t>estrategias metodológicas</a:t>
            </a:r>
            <a:r>
              <a:rPr lang="es-ES" sz="2400" dirty="0">
                <a:solidFill>
                  <a:srgbClr val="C00000"/>
                </a:solidFill>
              </a:rPr>
              <a:t> </a:t>
            </a:r>
            <a:r>
              <a:rPr lang="es-ES" sz="2400" dirty="0"/>
              <a:t>para el diseño de las alternativas de solución.</a:t>
            </a:r>
            <a:endParaRPr lang="es-ES_tradnl" sz="2400" b="1" dirty="0">
              <a:solidFill>
                <a:srgbClr val="0000FF"/>
              </a:solidFill>
            </a:endParaRPr>
          </a:p>
          <a:p>
            <a:endParaRPr lang="es-ES_tradnl" sz="2400" b="1" dirty="0">
              <a:solidFill>
                <a:schemeClr val="accent2"/>
              </a:solidFill>
            </a:endParaRPr>
          </a:p>
          <a:p>
            <a:endParaRPr lang="es-ES_tradnl" sz="2400" b="1" dirty="0"/>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ppt_w</p:attrName>
                                        </p:attrNameLst>
                                      </p:cBhvr>
                                      <p:tavLst>
                                        <p:tav tm="0">
                                          <p:val>
                                            <p:fltVal val="0"/>
                                          </p:val>
                                        </p:tav>
                                        <p:tav tm="100000">
                                          <p:val>
                                            <p:strVal val="#ppt_w"/>
                                          </p:val>
                                        </p:tav>
                                      </p:tavLst>
                                    </p:anim>
                                    <p:anim calcmode="lin" valueType="num">
                                      <p:cBhvr>
                                        <p:cTn id="8" dur="500" fill="hold"/>
                                        <p:tgtEl>
                                          <p:spTgt spid="7680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ChangeArrowheads="1"/>
          </p:cNvSpPr>
          <p:nvPr/>
        </p:nvSpPr>
        <p:spPr bwMode="auto">
          <a:xfrm>
            <a:off x="359532" y="225425"/>
            <a:ext cx="8316924" cy="10156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IV</a:t>
            </a:r>
          </a:p>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DIAGNÓSTICO </a:t>
            </a:r>
            <a:r>
              <a:rPr lang="es-ES_tradnl"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SITUACIONAL Y </a:t>
            </a: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PROPUESTA DE SOLUCIÓN</a:t>
            </a:r>
          </a:p>
          <a:p>
            <a:endParaRPr lang="es-E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76805" name="Text Box 5"/>
          <p:cNvSpPr>
            <a:spLocks noGrp="1" noChangeArrowheads="1"/>
          </p:cNvSpPr>
          <p:nvPr>
            <p:ph type="body" idx="4294967295"/>
          </p:nvPr>
        </p:nvSpPr>
        <p:spPr>
          <a:xfrm>
            <a:off x="179512" y="1700808"/>
            <a:ext cx="8496944" cy="4752528"/>
          </a:xfrm>
          <a:effectLst/>
        </p:spPr>
        <p:style>
          <a:lnRef idx="2">
            <a:schemeClr val="accent2"/>
          </a:lnRef>
          <a:fillRef idx="1">
            <a:schemeClr val="lt1"/>
          </a:fillRef>
          <a:effectRef idx="0">
            <a:schemeClr val="accent2"/>
          </a:effectRef>
          <a:fontRef idx="minor">
            <a:schemeClr val="dk1"/>
          </a:fontRef>
        </p:style>
        <p:txBody>
          <a:bodyPr/>
          <a:lstStyle/>
          <a:p>
            <a:pPr marL="0" indent="0" algn="just">
              <a:buNone/>
            </a:pPr>
            <a:endParaRPr lang="es-ES_tradnl" sz="2400" b="1" dirty="0" smtClean="0">
              <a:solidFill>
                <a:srgbClr val="0000FF"/>
              </a:solidFill>
            </a:endParaRPr>
          </a:p>
          <a:p>
            <a:pPr algn="just"/>
            <a:r>
              <a:rPr lang="es-ES" sz="2400" b="1" dirty="0">
                <a:solidFill>
                  <a:srgbClr val="FF0000"/>
                </a:solidFill>
              </a:rPr>
              <a:t>La Base Teórica: </a:t>
            </a:r>
            <a:r>
              <a:rPr lang="es-ES" sz="2400" dirty="0"/>
              <a:t>esta referida a conceptos, definiciones, teorías que contribuyan a clasificar y ubicar el problema objeto de estudio, es decir; la búsqueda del significado, las implicaciones, la relación del problema con otras áreas del conocimiento. </a:t>
            </a:r>
            <a:endParaRPr lang="es-ES" sz="2400" dirty="0" smtClean="0"/>
          </a:p>
          <a:p>
            <a:pPr algn="just"/>
            <a:endParaRPr lang="es-ES" sz="2400" b="1" dirty="0"/>
          </a:p>
          <a:p>
            <a:pPr algn="just"/>
            <a:r>
              <a:rPr lang="es-ES" sz="2400" b="1" dirty="0" smtClean="0">
                <a:solidFill>
                  <a:srgbClr val="FF0000"/>
                </a:solidFill>
              </a:rPr>
              <a:t>Las </a:t>
            </a:r>
            <a:r>
              <a:rPr lang="es-ES" sz="2400" b="1" dirty="0">
                <a:solidFill>
                  <a:srgbClr val="FF0000"/>
                </a:solidFill>
              </a:rPr>
              <a:t>estrategias metodológicas</a:t>
            </a:r>
            <a:r>
              <a:rPr lang="es-ES" sz="2400" dirty="0">
                <a:solidFill>
                  <a:srgbClr val="FFC000"/>
                </a:solidFill>
              </a:rPr>
              <a:t>: </a:t>
            </a:r>
            <a:r>
              <a:rPr lang="es-ES" sz="2400" dirty="0"/>
              <a:t>son los pasos, técnicas, métodos empleados para la recolección de datos o información, procesamiento de esos datos, hacia la búsqueda de la alternativa de solución.</a:t>
            </a:r>
          </a:p>
        </p:txBody>
      </p:sp>
    </p:spTree>
    <p:extLst>
      <p:ext uri="{BB962C8B-B14F-4D97-AF65-F5344CB8AC3E}">
        <p14:creationId xmlns:p14="http://schemas.microsoft.com/office/powerpoint/2010/main" val="2495007881"/>
      </p:ext>
    </p:extLst>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ppt_w</p:attrName>
                                        </p:attrNameLst>
                                      </p:cBhvr>
                                      <p:tavLst>
                                        <p:tav tm="0">
                                          <p:val>
                                            <p:fltVal val="0"/>
                                          </p:val>
                                        </p:tav>
                                        <p:tav tm="100000">
                                          <p:val>
                                            <p:strVal val="#ppt_w"/>
                                          </p:val>
                                        </p:tav>
                                      </p:tavLst>
                                    </p:anim>
                                    <p:anim calcmode="lin" valueType="num">
                                      <p:cBhvr>
                                        <p:cTn id="8" dur="500" fill="hold"/>
                                        <p:tgtEl>
                                          <p:spTgt spid="7680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ChangeArrowheads="1"/>
          </p:cNvSpPr>
          <p:nvPr/>
        </p:nvSpPr>
        <p:spPr bwMode="auto">
          <a:xfrm>
            <a:off x="359532" y="225425"/>
            <a:ext cx="8316924" cy="10156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IV</a:t>
            </a:r>
          </a:p>
          <a:p>
            <a:pPr algn="ct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DIAGNÓSTICO </a:t>
            </a:r>
            <a:r>
              <a:rPr lang="es-ES_tradnl" sz="2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SITUACIONAL Y </a:t>
            </a:r>
            <a:r>
              <a:rPr lang="es-ES_tradnl"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PROPUESTA DE SOLUCIÓN</a:t>
            </a:r>
          </a:p>
          <a:p>
            <a:endParaRPr lang="es-E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76805" name="Text Box 5"/>
          <p:cNvSpPr>
            <a:spLocks noGrp="1" noChangeArrowheads="1"/>
          </p:cNvSpPr>
          <p:nvPr>
            <p:ph type="body" idx="4294967295"/>
          </p:nvPr>
        </p:nvSpPr>
        <p:spPr>
          <a:xfrm>
            <a:off x="179512" y="1700808"/>
            <a:ext cx="8496944" cy="4320480"/>
          </a:xfrm>
        </p:spPr>
        <p:style>
          <a:lnRef idx="2">
            <a:schemeClr val="accent2"/>
          </a:lnRef>
          <a:fillRef idx="1">
            <a:schemeClr val="lt1"/>
          </a:fillRef>
          <a:effectRef idx="0">
            <a:schemeClr val="accent2"/>
          </a:effectRef>
          <a:fontRef idx="minor">
            <a:schemeClr val="dk1"/>
          </a:fontRef>
        </p:style>
        <p:txBody>
          <a:bodyPr/>
          <a:lstStyle/>
          <a:p>
            <a:pPr marL="0" indent="0" algn="just">
              <a:buNone/>
            </a:pPr>
            <a:endParaRPr lang="es-ES_tradnl" sz="2400" b="1" dirty="0" smtClean="0">
              <a:solidFill>
                <a:srgbClr val="0000FF"/>
              </a:solidFill>
            </a:endParaRPr>
          </a:p>
          <a:p>
            <a:pPr algn="just"/>
            <a:r>
              <a:rPr lang="es-ES_tradnl" sz="2400" b="1" dirty="0" smtClean="0">
                <a:solidFill>
                  <a:srgbClr val="C00000"/>
                </a:solidFill>
              </a:rPr>
              <a:t>Propuesta de Solución: </a:t>
            </a:r>
            <a:r>
              <a:rPr lang="es-ES" sz="2400" dirty="0"/>
              <a:t>Se debe </a:t>
            </a:r>
            <a:r>
              <a:rPr lang="es-ES" sz="2400" dirty="0" smtClean="0"/>
              <a:t>colocar</a:t>
            </a:r>
          </a:p>
          <a:p>
            <a:pPr algn="just"/>
            <a:endParaRPr lang="es-ES" sz="2400" dirty="0" smtClean="0"/>
          </a:p>
          <a:p>
            <a:pPr marL="0" indent="0" algn="ctr">
              <a:buNone/>
            </a:pPr>
            <a:r>
              <a:rPr lang="es-ES" sz="2400" b="1" dirty="0"/>
              <a:t>“Nombre de la propuesta”</a:t>
            </a:r>
            <a:endParaRPr lang="es-ES" sz="2400" dirty="0"/>
          </a:p>
          <a:p>
            <a:pPr marL="0" lvl="0" indent="0">
              <a:buNone/>
            </a:pPr>
            <a:endParaRPr lang="es-ES" sz="2400" dirty="0"/>
          </a:p>
          <a:p>
            <a:pPr marL="1069975" lvl="0">
              <a:buFont typeface="Wingdings" pitchFamily="2" charset="2"/>
              <a:buChar char="§"/>
            </a:pPr>
            <a:r>
              <a:rPr lang="es-ES" sz="2400" dirty="0" smtClean="0"/>
              <a:t>Justificación </a:t>
            </a:r>
            <a:r>
              <a:rPr lang="es-ES" sz="2400" dirty="0"/>
              <a:t>e </a:t>
            </a:r>
            <a:r>
              <a:rPr lang="es-ES" sz="2400" dirty="0" smtClean="0"/>
              <a:t>importancia de la propuesta </a:t>
            </a:r>
            <a:endParaRPr lang="es-ES" sz="2400" dirty="0"/>
          </a:p>
          <a:p>
            <a:pPr marL="1069975" lvl="0">
              <a:buFont typeface="Wingdings" pitchFamily="2" charset="2"/>
              <a:buChar char="§"/>
            </a:pPr>
            <a:r>
              <a:rPr lang="es-ES" sz="2400" dirty="0"/>
              <a:t>Alcances y limitaciones</a:t>
            </a:r>
          </a:p>
          <a:p>
            <a:pPr marL="1069975" lvl="0">
              <a:buFont typeface="Wingdings" pitchFamily="2" charset="2"/>
              <a:buChar char="§"/>
            </a:pPr>
            <a:r>
              <a:rPr lang="es-ES" sz="2400" dirty="0" smtClean="0"/>
              <a:t>Objetivos de la Propuesta</a:t>
            </a:r>
            <a:endParaRPr lang="es-ES" sz="2400" dirty="0"/>
          </a:p>
          <a:p>
            <a:pPr marL="1069975" lvl="0">
              <a:buFont typeface="Wingdings" pitchFamily="2" charset="2"/>
              <a:buChar char="§"/>
            </a:pPr>
            <a:r>
              <a:rPr lang="es-ES" sz="2400" dirty="0"/>
              <a:t>Desarrollo de la propuesta</a:t>
            </a:r>
          </a:p>
          <a:p>
            <a:pPr marL="0" indent="0" algn="just">
              <a:buNone/>
            </a:pPr>
            <a:r>
              <a:rPr lang="es-ES" sz="2400" dirty="0" smtClean="0"/>
              <a:t> </a:t>
            </a:r>
            <a:endParaRPr lang="es-ES_tradnl" sz="2400" b="1" dirty="0">
              <a:solidFill>
                <a:srgbClr val="0000FF"/>
              </a:solidFill>
            </a:endParaRPr>
          </a:p>
          <a:p>
            <a:endParaRPr lang="es-ES_tradnl" sz="2400" b="1" dirty="0">
              <a:solidFill>
                <a:schemeClr val="accent2"/>
              </a:solidFill>
            </a:endParaRPr>
          </a:p>
          <a:p>
            <a:endParaRPr lang="es-ES_tradnl" sz="2400" b="1" dirty="0"/>
          </a:p>
        </p:txBody>
      </p:sp>
    </p:spTree>
    <p:extLst>
      <p:ext uri="{BB962C8B-B14F-4D97-AF65-F5344CB8AC3E}">
        <p14:creationId xmlns:p14="http://schemas.microsoft.com/office/powerpoint/2010/main" val="1122667670"/>
      </p:ext>
    </p:extLst>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ppt_w</p:attrName>
                                        </p:attrNameLst>
                                      </p:cBhvr>
                                      <p:tavLst>
                                        <p:tav tm="0">
                                          <p:val>
                                            <p:fltVal val="0"/>
                                          </p:val>
                                        </p:tav>
                                        <p:tav tm="100000">
                                          <p:val>
                                            <p:strVal val="#ppt_w"/>
                                          </p:val>
                                        </p:tav>
                                      </p:tavLst>
                                    </p:anim>
                                    <p:anim calcmode="lin" valueType="num">
                                      <p:cBhvr>
                                        <p:cTn id="8" dur="500" fill="hold"/>
                                        <p:tgtEl>
                                          <p:spTgt spid="7680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258888" y="1557338"/>
            <a:ext cx="6553200" cy="712787"/>
          </a:xfrm>
          <a:prstGeom prst="rect">
            <a:avLst/>
          </a:prstGeom>
          <a:noFill/>
          <a:ln w="9525">
            <a:noFill/>
            <a:miter lim="800000"/>
            <a:headEnd/>
            <a:tailEnd/>
          </a:ln>
        </p:spPr>
        <p:txBody>
          <a:bodyPr>
            <a:spAutoFit/>
          </a:bodyPr>
          <a:lstStyle/>
          <a:p>
            <a:pPr algn="ctr" eaLnBrk="1" hangingPunct="1">
              <a:lnSpc>
                <a:spcPct val="70000"/>
              </a:lnSpc>
              <a:spcBef>
                <a:spcPct val="50000"/>
              </a:spcBef>
            </a:pPr>
            <a:r>
              <a:rPr lang="es-ES_tradnl" sz="2400" b="1">
                <a:solidFill>
                  <a:srgbClr val="FFFF00"/>
                </a:solidFill>
                <a:latin typeface="Tahoma" pitchFamily="34" charset="0"/>
              </a:rPr>
              <a:t>.</a:t>
            </a:r>
            <a:endParaRPr lang="es-ES" sz="2400" b="1">
              <a:solidFill>
                <a:srgbClr val="FFFF00"/>
              </a:solidFill>
              <a:latin typeface="Tahoma" pitchFamily="34" charset="0"/>
            </a:endParaRPr>
          </a:p>
          <a:p>
            <a:pPr algn="ctr"/>
            <a:endParaRPr lang="es-ES" sz="2400" b="1">
              <a:solidFill>
                <a:srgbClr val="CCECFF"/>
              </a:solidFill>
              <a:latin typeface="Tahoma" pitchFamily="34" charset="0"/>
            </a:endParaRPr>
          </a:p>
        </p:txBody>
      </p:sp>
      <p:sp>
        <p:nvSpPr>
          <p:cNvPr id="87046" name="AutoShape 6"/>
          <p:cNvSpPr>
            <a:spLocks noChangeArrowheads="1"/>
          </p:cNvSpPr>
          <p:nvPr/>
        </p:nvSpPr>
        <p:spPr bwMode="auto">
          <a:xfrm>
            <a:off x="500034" y="1714488"/>
            <a:ext cx="8028891" cy="4284662"/>
          </a:xfrm>
          <a:prstGeom prst="flowChartAlternateProcess">
            <a:avLst/>
          </a:prstGeom>
          <a:ln>
            <a:headEnd/>
            <a:tailEnd/>
          </a:ln>
        </p:spPr>
        <p:style>
          <a:lnRef idx="2">
            <a:schemeClr val="accent2"/>
          </a:lnRef>
          <a:fillRef idx="1">
            <a:schemeClr val="lt1"/>
          </a:fillRef>
          <a:effectRef idx="0">
            <a:schemeClr val="accent2"/>
          </a:effectRef>
          <a:fontRef idx="minor">
            <a:schemeClr val="dk1"/>
          </a:fontRef>
        </p:style>
        <p:txBody>
          <a:bodyPr wrap="none" anchor="ctr">
            <a:flatTx/>
          </a:bodyPr>
          <a:lstStyle/>
          <a:p>
            <a:pPr algn="ctr" eaLnBrk="1" hangingPunct="1">
              <a:spcBef>
                <a:spcPct val="50000"/>
              </a:spcBef>
            </a:pPr>
            <a:endParaRPr lang="es-ES" dirty="0">
              <a:solidFill>
                <a:schemeClr val="tx1"/>
              </a:solidFill>
            </a:endParaRPr>
          </a:p>
        </p:txBody>
      </p:sp>
      <p:sp>
        <p:nvSpPr>
          <p:cNvPr id="47109" name="Text Box 7"/>
          <p:cNvSpPr txBox="1">
            <a:spLocks noChangeArrowheads="1"/>
          </p:cNvSpPr>
          <p:nvPr/>
        </p:nvSpPr>
        <p:spPr bwMode="auto">
          <a:xfrm>
            <a:off x="1079612" y="1773238"/>
            <a:ext cx="7020780" cy="3600986"/>
          </a:xfrm>
          <a:prstGeom prst="rect">
            <a:avLst/>
          </a:prstGeom>
          <a:noFill/>
          <a:ln w="9525">
            <a:noFill/>
            <a:miter lim="800000"/>
            <a:headEnd/>
            <a:tailEnd/>
          </a:ln>
        </p:spPr>
        <p:txBody>
          <a:bodyPr wrap="square">
            <a:spAutoFit/>
          </a:bodyPr>
          <a:lstStyle/>
          <a:p>
            <a:pPr algn="just" eaLnBrk="1" hangingPunct="1">
              <a:spcBef>
                <a:spcPct val="50000"/>
              </a:spcBef>
            </a:pPr>
            <a:endParaRPr lang="es-ES_tradnl" sz="2400" b="1" dirty="0" smtClean="0">
              <a:solidFill>
                <a:schemeClr val="bg1"/>
              </a:solidFill>
              <a:latin typeface="Tahoma" pitchFamily="34" charset="0"/>
            </a:endParaRPr>
          </a:p>
          <a:p>
            <a:pPr algn="just" eaLnBrk="1" hangingPunct="1">
              <a:spcBef>
                <a:spcPct val="50000"/>
              </a:spcBef>
            </a:pPr>
            <a:r>
              <a:rPr lang="es-ES_tradnl" sz="2400" b="1" dirty="0" smtClean="0">
                <a:latin typeface="Tahoma" pitchFamily="34" charset="0"/>
              </a:rPr>
              <a:t>Es la exposición de las razones que posee el pasante para el tratamiento del problema, explicar el por qué de la propuesta, las razones que sustentan el aporte para la empresa, señalando la manera de cómo la propuesta ayudará en la solución del problema o en la toma de decisiones.</a:t>
            </a:r>
            <a:endParaRPr lang="es-ES" sz="2400" b="1" dirty="0" smtClean="0">
              <a:latin typeface="Tahoma" pitchFamily="34" charset="0"/>
            </a:endParaRPr>
          </a:p>
          <a:p>
            <a:endParaRPr lang="es-ES" sz="2400" dirty="0">
              <a:latin typeface="Tahoma" pitchFamily="34" charset="0"/>
            </a:endParaRPr>
          </a:p>
        </p:txBody>
      </p:sp>
      <p:sp>
        <p:nvSpPr>
          <p:cNvPr id="2" name="1 Rectángulo"/>
          <p:cNvSpPr/>
          <p:nvPr/>
        </p:nvSpPr>
        <p:spPr>
          <a:xfrm>
            <a:off x="313526" y="368660"/>
            <a:ext cx="7956884"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_tradnl"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IV</a:t>
            </a:r>
          </a:p>
          <a:p>
            <a:pPr algn="ctr"/>
            <a:r>
              <a:rPr lang="es-ES_tradnl"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DIAGNÓSTICO SITUACIONAL Y PROPUESTA DE SOLUCIÓN</a:t>
            </a:r>
          </a:p>
        </p:txBody>
      </p:sp>
      <p:sp>
        <p:nvSpPr>
          <p:cNvPr id="8" name="7 Rectángulo"/>
          <p:cNvSpPr/>
          <p:nvPr/>
        </p:nvSpPr>
        <p:spPr>
          <a:xfrm>
            <a:off x="1071538" y="1885882"/>
            <a:ext cx="6733492" cy="400110"/>
          </a:xfrm>
          <a:prstGeom prst="rect">
            <a:avLst/>
          </a:prstGeom>
        </p:spPr>
        <p:txBody>
          <a:bodyPr wrap="square">
            <a:spAutoFit/>
          </a:bodyPr>
          <a:lstStyle/>
          <a:p>
            <a:pPr algn="ctr"/>
            <a:r>
              <a:rPr lang="es-ES_tradnl" sz="2000" b="1" dirty="0" smtClean="0">
                <a:solidFill>
                  <a:srgbClr val="FF0000"/>
                </a:solidFill>
              </a:rPr>
              <a:t>Justificación e Importancia  de la Propuesta </a:t>
            </a:r>
            <a:endParaRPr lang="es-ES_tradnl" sz="2000" b="1" dirty="0">
              <a:solidFill>
                <a:srgbClr val="FF0000"/>
              </a:solidFill>
            </a:endParaRP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7046"/>
                                        </p:tgtEl>
                                        <p:attrNameLst>
                                          <p:attrName>style.visibility</p:attrName>
                                        </p:attrNameLst>
                                      </p:cBhvr>
                                      <p:to>
                                        <p:strVal val="visible"/>
                                      </p:to>
                                    </p:set>
                                    <p:anim calcmode="lin" valueType="num">
                                      <p:cBhvr additive="base">
                                        <p:cTn id="7" dur="500" fill="hold"/>
                                        <p:tgtEl>
                                          <p:spTgt spid="87046"/>
                                        </p:tgtEl>
                                        <p:attrNameLst>
                                          <p:attrName>ppt_x</p:attrName>
                                        </p:attrNameLst>
                                      </p:cBhvr>
                                      <p:tavLst>
                                        <p:tav tm="0">
                                          <p:val>
                                            <p:strVal val="0-#ppt_w/2"/>
                                          </p:val>
                                        </p:tav>
                                        <p:tav tm="100000">
                                          <p:val>
                                            <p:strVal val="#ppt_x"/>
                                          </p:val>
                                        </p:tav>
                                      </p:tavLst>
                                    </p:anim>
                                    <p:anim calcmode="lin" valueType="num">
                                      <p:cBhvr additive="base">
                                        <p:cTn id="8" dur="500" fill="hold"/>
                                        <p:tgtEl>
                                          <p:spTgt spid="870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258888" y="1557338"/>
            <a:ext cx="6553200" cy="712787"/>
          </a:xfrm>
          <a:prstGeom prst="rect">
            <a:avLst/>
          </a:prstGeom>
          <a:noFill/>
          <a:ln w="9525">
            <a:noFill/>
            <a:miter lim="800000"/>
            <a:headEnd/>
            <a:tailEnd/>
          </a:ln>
        </p:spPr>
        <p:txBody>
          <a:bodyPr>
            <a:spAutoFit/>
          </a:bodyPr>
          <a:lstStyle/>
          <a:p>
            <a:pPr algn="ctr" eaLnBrk="1" hangingPunct="1">
              <a:lnSpc>
                <a:spcPct val="70000"/>
              </a:lnSpc>
              <a:spcBef>
                <a:spcPct val="50000"/>
              </a:spcBef>
            </a:pPr>
            <a:r>
              <a:rPr lang="es-ES_tradnl" sz="2400" b="1">
                <a:solidFill>
                  <a:srgbClr val="FFFF00"/>
                </a:solidFill>
                <a:latin typeface="Tahoma" pitchFamily="34" charset="0"/>
              </a:rPr>
              <a:t>.</a:t>
            </a:r>
            <a:endParaRPr lang="es-ES" sz="2400" b="1">
              <a:solidFill>
                <a:srgbClr val="FFFF00"/>
              </a:solidFill>
              <a:latin typeface="Tahoma" pitchFamily="34" charset="0"/>
            </a:endParaRPr>
          </a:p>
          <a:p>
            <a:pPr algn="ctr"/>
            <a:endParaRPr lang="es-ES" sz="2400" b="1">
              <a:solidFill>
                <a:srgbClr val="CCECFF"/>
              </a:solidFill>
              <a:latin typeface="Tahoma" pitchFamily="34" charset="0"/>
            </a:endParaRPr>
          </a:p>
        </p:txBody>
      </p:sp>
      <p:sp>
        <p:nvSpPr>
          <p:cNvPr id="87046" name="AutoShape 6"/>
          <p:cNvSpPr>
            <a:spLocks noChangeArrowheads="1"/>
          </p:cNvSpPr>
          <p:nvPr/>
        </p:nvSpPr>
        <p:spPr bwMode="auto">
          <a:xfrm>
            <a:off x="500034" y="1573230"/>
            <a:ext cx="8028891" cy="4284662"/>
          </a:xfrm>
          <a:prstGeom prst="flowChartAlternateProcess">
            <a:avLst/>
          </a:prstGeom>
          <a:ln>
            <a:headEnd/>
            <a:tailEnd/>
          </a:ln>
        </p:spPr>
        <p:style>
          <a:lnRef idx="2">
            <a:schemeClr val="accent2"/>
          </a:lnRef>
          <a:fillRef idx="1">
            <a:schemeClr val="lt1"/>
          </a:fillRef>
          <a:effectRef idx="0">
            <a:schemeClr val="accent2"/>
          </a:effectRef>
          <a:fontRef idx="minor">
            <a:schemeClr val="dk1"/>
          </a:fontRef>
        </p:style>
        <p:txBody>
          <a:bodyPr wrap="none" anchor="ctr">
            <a:flatTx/>
          </a:bodyPr>
          <a:lstStyle/>
          <a:p>
            <a:pPr algn="ctr" eaLnBrk="1" hangingPunct="1">
              <a:spcBef>
                <a:spcPct val="50000"/>
              </a:spcBef>
            </a:pPr>
            <a:endParaRPr lang="es-ES" dirty="0">
              <a:solidFill>
                <a:schemeClr val="bg1"/>
              </a:solidFill>
            </a:endParaRPr>
          </a:p>
        </p:txBody>
      </p:sp>
      <p:sp>
        <p:nvSpPr>
          <p:cNvPr id="47109" name="Text Box 7"/>
          <p:cNvSpPr txBox="1">
            <a:spLocks noChangeArrowheads="1"/>
          </p:cNvSpPr>
          <p:nvPr/>
        </p:nvSpPr>
        <p:spPr bwMode="auto">
          <a:xfrm>
            <a:off x="1079612" y="1773238"/>
            <a:ext cx="7020780" cy="2862322"/>
          </a:xfrm>
          <a:prstGeom prst="rect">
            <a:avLst/>
          </a:prstGeom>
          <a:noFill/>
          <a:ln w="9525">
            <a:noFill/>
            <a:miter lim="800000"/>
            <a:headEnd/>
            <a:tailEnd/>
          </a:ln>
        </p:spPr>
        <p:txBody>
          <a:bodyPr wrap="square">
            <a:spAutoFit/>
          </a:bodyPr>
          <a:lstStyle/>
          <a:p>
            <a:pPr algn="just" eaLnBrk="1" hangingPunct="1">
              <a:spcBef>
                <a:spcPct val="50000"/>
              </a:spcBef>
            </a:pPr>
            <a:endParaRPr lang="es-ES_tradnl" sz="2400" b="1" dirty="0" smtClean="0">
              <a:solidFill>
                <a:schemeClr val="bg1"/>
              </a:solidFill>
              <a:latin typeface="Tahoma" pitchFamily="34" charset="0"/>
            </a:endParaRPr>
          </a:p>
          <a:p>
            <a:pPr algn="just" eaLnBrk="1" hangingPunct="1">
              <a:spcBef>
                <a:spcPct val="50000"/>
              </a:spcBef>
            </a:pPr>
            <a:r>
              <a:rPr lang="es-ES_tradnl" sz="2400" b="1" dirty="0"/>
              <a:t>Alcance, referido a las posibilidades de aplicación real de la alternativa o propuesta de solución; es decir, la magnitud en términos generales que se lograría con la solución del problema, precisar hasta donde llega la propuesta y qué aspectos incluye.</a:t>
            </a:r>
            <a:endParaRPr lang="es-ES" sz="2400" b="1" dirty="0"/>
          </a:p>
        </p:txBody>
      </p:sp>
      <p:sp>
        <p:nvSpPr>
          <p:cNvPr id="2" name="1 Rectángulo"/>
          <p:cNvSpPr/>
          <p:nvPr/>
        </p:nvSpPr>
        <p:spPr>
          <a:xfrm>
            <a:off x="313526" y="368660"/>
            <a:ext cx="7956884"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_tradnl"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IV</a:t>
            </a:r>
          </a:p>
          <a:p>
            <a:pPr algn="ctr"/>
            <a:r>
              <a:rPr lang="es-ES_tradnl"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DIAGNÓSTICO SITUACIONAL Y PROPUESTA DE SOLUCIÓN</a:t>
            </a:r>
          </a:p>
        </p:txBody>
      </p:sp>
      <p:sp>
        <p:nvSpPr>
          <p:cNvPr id="8" name="7 Rectángulo"/>
          <p:cNvSpPr/>
          <p:nvPr/>
        </p:nvSpPr>
        <p:spPr>
          <a:xfrm>
            <a:off x="1214414" y="1857364"/>
            <a:ext cx="6733492" cy="400110"/>
          </a:xfrm>
          <a:prstGeom prst="rect">
            <a:avLst/>
          </a:prstGeom>
        </p:spPr>
        <p:txBody>
          <a:bodyPr wrap="square">
            <a:spAutoFit/>
          </a:bodyPr>
          <a:lstStyle/>
          <a:p>
            <a:pPr algn="ctr"/>
            <a:r>
              <a:rPr lang="es-ES_tradnl" sz="2000" b="1" dirty="0" smtClean="0">
                <a:solidFill>
                  <a:srgbClr val="FF0000"/>
                </a:solidFill>
              </a:rPr>
              <a:t>Alcances y Limitaciones</a:t>
            </a:r>
            <a:endParaRPr lang="es-ES_tradnl" sz="2000" b="1" dirty="0">
              <a:solidFill>
                <a:srgbClr val="FF0000"/>
              </a:solidFill>
            </a:endParaRPr>
          </a:p>
        </p:txBody>
      </p:sp>
    </p:spTree>
    <p:extLst>
      <p:ext uri="{BB962C8B-B14F-4D97-AF65-F5344CB8AC3E}">
        <p14:creationId xmlns:p14="http://schemas.microsoft.com/office/powerpoint/2010/main" val="2249761438"/>
      </p:ext>
    </p:extLst>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7046"/>
                                        </p:tgtEl>
                                        <p:attrNameLst>
                                          <p:attrName>style.visibility</p:attrName>
                                        </p:attrNameLst>
                                      </p:cBhvr>
                                      <p:to>
                                        <p:strVal val="visible"/>
                                      </p:to>
                                    </p:set>
                                    <p:anim calcmode="lin" valueType="num">
                                      <p:cBhvr additive="base">
                                        <p:cTn id="7" dur="500" fill="hold"/>
                                        <p:tgtEl>
                                          <p:spTgt spid="87046"/>
                                        </p:tgtEl>
                                        <p:attrNameLst>
                                          <p:attrName>ppt_x</p:attrName>
                                        </p:attrNameLst>
                                      </p:cBhvr>
                                      <p:tavLst>
                                        <p:tav tm="0">
                                          <p:val>
                                            <p:strVal val="0-#ppt_w/2"/>
                                          </p:val>
                                        </p:tav>
                                        <p:tav tm="100000">
                                          <p:val>
                                            <p:strVal val="#ppt_x"/>
                                          </p:val>
                                        </p:tav>
                                      </p:tavLst>
                                    </p:anim>
                                    <p:anim calcmode="lin" valueType="num">
                                      <p:cBhvr additive="base">
                                        <p:cTn id="8" dur="500" fill="hold"/>
                                        <p:tgtEl>
                                          <p:spTgt spid="870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1258888" y="1557338"/>
            <a:ext cx="6553200" cy="712787"/>
          </a:xfrm>
          <a:prstGeom prst="rect">
            <a:avLst/>
          </a:prstGeom>
          <a:noFill/>
          <a:ln w="9525">
            <a:noFill/>
            <a:miter lim="800000"/>
            <a:headEnd/>
            <a:tailEnd/>
          </a:ln>
        </p:spPr>
        <p:txBody>
          <a:bodyPr>
            <a:spAutoFit/>
          </a:bodyPr>
          <a:lstStyle/>
          <a:p>
            <a:pPr algn="ctr" eaLnBrk="1" hangingPunct="1">
              <a:lnSpc>
                <a:spcPct val="70000"/>
              </a:lnSpc>
              <a:spcBef>
                <a:spcPct val="50000"/>
              </a:spcBef>
            </a:pPr>
            <a:r>
              <a:rPr lang="es-ES_tradnl" sz="2400" b="1">
                <a:solidFill>
                  <a:srgbClr val="FFFF00"/>
                </a:solidFill>
                <a:latin typeface="Tahoma" pitchFamily="34" charset="0"/>
              </a:rPr>
              <a:t>.</a:t>
            </a:r>
            <a:endParaRPr lang="es-ES" sz="2400" b="1">
              <a:solidFill>
                <a:srgbClr val="FFFF00"/>
              </a:solidFill>
              <a:latin typeface="Tahoma" pitchFamily="34" charset="0"/>
            </a:endParaRPr>
          </a:p>
          <a:p>
            <a:pPr algn="ctr"/>
            <a:endParaRPr lang="es-ES" sz="2400" b="1">
              <a:solidFill>
                <a:srgbClr val="CCECFF"/>
              </a:solidFill>
              <a:latin typeface="Tahoma" pitchFamily="34" charset="0"/>
            </a:endParaRPr>
          </a:p>
        </p:txBody>
      </p:sp>
      <p:sp>
        <p:nvSpPr>
          <p:cNvPr id="49155" name="Rectangle 6"/>
          <p:cNvSpPr>
            <a:spLocks noChangeArrowheads="1"/>
          </p:cNvSpPr>
          <p:nvPr/>
        </p:nvSpPr>
        <p:spPr bwMode="auto">
          <a:xfrm>
            <a:off x="1727684" y="1685131"/>
            <a:ext cx="5740103" cy="4572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eaLnBrk="1" hangingPunct="1">
              <a:spcBef>
                <a:spcPct val="50000"/>
              </a:spcBef>
            </a:pPr>
            <a:r>
              <a:rPr lang="es-ES_tradnl"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ahoma" pitchFamily="34" charset="0"/>
              </a:rPr>
              <a:t>OBJETIVOS: General y </a:t>
            </a:r>
            <a:r>
              <a:rPr lang="es-ES_tradnl"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ahoma" pitchFamily="34" charset="0"/>
              </a:rPr>
              <a:t>Específicos</a:t>
            </a:r>
            <a:endParaRPr lang="es-E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ahoma" pitchFamily="34" charset="0"/>
            </a:endParaRPr>
          </a:p>
        </p:txBody>
      </p:sp>
      <p:sp>
        <p:nvSpPr>
          <p:cNvPr id="91143" name="Text Box 7"/>
          <p:cNvSpPr txBox="1">
            <a:spLocks noChangeArrowheads="1"/>
          </p:cNvSpPr>
          <p:nvPr/>
        </p:nvSpPr>
        <p:spPr bwMode="auto">
          <a:xfrm>
            <a:off x="2605608" y="2777170"/>
            <a:ext cx="5638800" cy="831850"/>
          </a:xfrm>
          <a:prstGeom prst="rect">
            <a:avLst/>
          </a:prstGeom>
          <a:noFill/>
          <a:ln w="9525">
            <a:solidFill>
              <a:srgbClr val="FF0000"/>
            </a:solidFill>
            <a:miter lim="800000"/>
            <a:headEnd/>
            <a:tailEnd/>
          </a:ln>
        </p:spPr>
        <p:txBody>
          <a:bodyPr>
            <a:spAutoFit/>
          </a:bodyPr>
          <a:lstStyle/>
          <a:p>
            <a:pPr algn="just" eaLnBrk="1" hangingPunct="1">
              <a:spcBef>
                <a:spcPct val="50000"/>
              </a:spcBef>
            </a:pPr>
            <a:r>
              <a:rPr lang="es-ES_tradnl" sz="2400" b="1" dirty="0">
                <a:latin typeface="Verdana" pitchFamily="34" charset="0"/>
              </a:rPr>
              <a:t>General: Es el propósito general que tiene la propuesta.</a:t>
            </a:r>
            <a:endParaRPr lang="es-ES" sz="2400" b="1" dirty="0">
              <a:latin typeface="Verdana" pitchFamily="34" charset="0"/>
            </a:endParaRPr>
          </a:p>
        </p:txBody>
      </p:sp>
      <p:sp>
        <p:nvSpPr>
          <p:cNvPr id="91144" name="Text Box 8"/>
          <p:cNvSpPr txBox="1">
            <a:spLocks noChangeArrowheads="1"/>
          </p:cNvSpPr>
          <p:nvPr/>
        </p:nvSpPr>
        <p:spPr bwMode="auto">
          <a:xfrm>
            <a:off x="1476375" y="4207160"/>
            <a:ext cx="5715000" cy="1562100"/>
          </a:xfrm>
          <a:prstGeom prst="rect">
            <a:avLst/>
          </a:prstGeom>
          <a:noFill/>
          <a:ln w="9525">
            <a:solidFill>
              <a:srgbClr val="FF0000"/>
            </a:solidFill>
            <a:miter lim="800000"/>
            <a:headEnd/>
            <a:tailEnd/>
          </a:ln>
        </p:spPr>
        <p:txBody>
          <a:bodyPr>
            <a:spAutoFit/>
          </a:bodyPr>
          <a:lstStyle/>
          <a:p>
            <a:pPr algn="just" eaLnBrk="1" hangingPunct="1">
              <a:spcBef>
                <a:spcPct val="50000"/>
              </a:spcBef>
            </a:pPr>
            <a:r>
              <a:rPr lang="es-ES_tradnl" sz="2400" b="1">
                <a:latin typeface="Verdana" pitchFamily="34" charset="0"/>
              </a:rPr>
              <a:t>Específicos: Son los propósitos específicos por los cuales se puede lograr el Objetivo General. </a:t>
            </a:r>
            <a:endParaRPr lang="es-ES" sz="2400" b="1">
              <a:latin typeface="Verdana" pitchFamily="34" charset="0"/>
            </a:endParaRPr>
          </a:p>
        </p:txBody>
      </p:sp>
      <p:sp>
        <p:nvSpPr>
          <p:cNvPr id="91145" name="AutoShape 9"/>
          <p:cNvSpPr>
            <a:spLocks noChangeArrowheads="1"/>
          </p:cNvSpPr>
          <p:nvPr/>
        </p:nvSpPr>
        <p:spPr bwMode="auto">
          <a:xfrm>
            <a:off x="1452972" y="2637532"/>
            <a:ext cx="1066800" cy="1079500"/>
          </a:xfrm>
          <a:prstGeom prst="curvedRightArrow">
            <a:avLst>
              <a:gd name="adj1" fmla="val 20238"/>
              <a:gd name="adj2" fmla="val 40476"/>
              <a:gd name="adj3" fmla="val 33333"/>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a:endParaRPr lang="es-ES">
              <a:solidFill>
                <a:srgbClr val="FFCC00"/>
              </a:solidFill>
            </a:endParaRPr>
          </a:p>
        </p:txBody>
      </p:sp>
      <p:sp>
        <p:nvSpPr>
          <p:cNvPr id="91146" name="AutoShape 10"/>
          <p:cNvSpPr>
            <a:spLocks noChangeArrowheads="1"/>
          </p:cNvSpPr>
          <p:nvPr/>
        </p:nvSpPr>
        <p:spPr bwMode="auto">
          <a:xfrm>
            <a:off x="7272338" y="4164868"/>
            <a:ext cx="762000" cy="1676400"/>
          </a:xfrm>
          <a:prstGeom prst="curvedLeftArrow">
            <a:avLst>
              <a:gd name="adj1" fmla="val 44000"/>
              <a:gd name="adj2" fmla="val 88000"/>
              <a:gd name="adj3" fmla="val 33333"/>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s-VE"/>
          </a:p>
        </p:txBody>
      </p:sp>
      <p:sp>
        <p:nvSpPr>
          <p:cNvPr id="8" name="7 Rectángulo"/>
          <p:cNvSpPr/>
          <p:nvPr/>
        </p:nvSpPr>
        <p:spPr>
          <a:xfrm>
            <a:off x="313526" y="368660"/>
            <a:ext cx="7956884"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_tradnl"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CAPITULO IV</a:t>
            </a:r>
          </a:p>
          <a:p>
            <a:pPr algn="ctr"/>
            <a:r>
              <a:rPr lang="es-ES_tradnl"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DIAGNÓSTICO SITUACIONAL Y PROPUESTA DE SOLUCIÓN</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1143"/>
                                        </p:tgtEl>
                                        <p:attrNameLst>
                                          <p:attrName>style.visibility</p:attrName>
                                        </p:attrNameLst>
                                      </p:cBhvr>
                                      <p:to>
                                        <p:strVal val="visible"/>
                                      </p:to>
                                    </p:set>
                                    <p:anim calcmode="lin" valueType="num">
                                      <p:cBhvr additive="base">
                                        <p:cTn id="7" dur="500" fill="hold"/>
                                        <p:tgtEl>
                                          <p:spTgt spid="91143"/>
                                        </p:tgtEl>
                                        <p:attrNameLst>
                                          <p:attrName>ppt_x</p:attrName>
                                        </p:attrNameLst>
                                      </p:cBhvr>
                                      <p:tavLst>
                                        <p:tav tm="0">
                                          <p:val>
                                            <p:strVal val="1+#ppt_w/2"/>
                                          </p:val>
                                        </p:tav>
                                        <p:tav tm="100000">
                                          <p:val>
                                            <p:strVal val="#ppt_x"/>
                                          </p:val>
                                        </p:tav>
                                      </p:tavLst>
                                    </p:anim>
                                    <p:anim calcmode="lin" valueType="num">
                                      <p:cBhvr additive="base">
                                        <p:cTn id="8" dur="500" fill="hold"/>
                                        <p:tgtEl>
                                          <p:spTgt spid="9114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1144"/>
                                        </p:tgtEl>
                                        <p:attrNameLst>
                                          <p:attrName>style.visibility</p:attrName>
                                        </p:attrNameLst>
                                      </p:cBhvr>
                                      <p:to>
                                        <p:strVal val="visible"/>
                                      </p:to>
                                    </p:set>
                                    <p:anim calcmode="lin" valueType="num">
                                      <p:cBhvr additive="base">
                                        <p:cTn id="12" dur="500" fill="hold"/>
                                        <p:tgtEl>
                                          <p:spTgt spid="91144"/>
                                        </p:tgtEl>
                                        <p:attrNameLst>
                                          <p:attrName>ppt_x</p:attrName>
                                        </p:attrNameLst>
                                      </p:cBhvr>
                                      <p:tavLst>
                                        <p:tav tm="0">
                                          <p:val>
                                            <p:strVal val="0-#ppt_w/2"/>
                                          </p:val>
                                        </p:tav>
                                        <p:tav tm="100000">
                                          <p:val>
                                            <p:strVal val="#ppt_x"/>
                                          </p:val>
                                        </p:tav>
                                      </p:tavLst>
                                    </p:anim>
                                    <p:anim calcmode="lin" valueType="num">
                                      <p:cBhvr additive="base">
                                        <p:cTn id="13" dur="500" fill="hold"/>
                                        <p:tgtEl>
                                          <p:spTgt spid="9114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91145"/>
                                        </p:tgtEl>
                                        <p:attrNameLst>
                                          <p:attrName>style.visibility</p:attrName>
                                        </p:attrNameLst>
                                      </p:cBhvr>
                                      <p:to>
                                        <p:strVal val="visible"/>
                                      </p:to>
                                    </p:set>
                                    <p:anim calcmode="lin" valueType="num">
                                      <p:cBhvr additive="base">
                                        <p:cTn id="17" dur="500" fill="hold"/>
                                        <p:tgtEl>
                                          <p:spTgt spid="91145"/>
                                        </p:tgtEl>
                                        <p:attrNameLst>
                                          <p:attrName>ppt_x</p:attrName>
                                        </p:attrNameLst>
                                      </p:cBhvr>
                                      <p:tavLst>
                                        <p:tav tm="0">
                                          <p:val>
                                            <p:strVal val="0-#ppt_w/2"/>
                                          </p:val>
                                        </p:tav>
                                        <p:tav tm="100000">
                                          <p:val>
                                            <p:strVal val="#ppt_x"/>
                                          </p:val>
                                        </p:tav>
                                      </p:tavLst>
                                    </p:anim>
                                    <p:anim calcmode="lin" valueType="num">
                                      <p:cBhvr additive="base">
                                        <p:cTn id="18" dur="500" fill="hold"/>
                                        <p:tgtEl>
                                          <p:spTgt spid="91145"/>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91146"/>
                                        </p:tgtEl>
                                        <p:attrNameLst>
                                          <p:attrName>style.visibility</p:attrName>
                                        </p:attrNameLst>
                                      </p:cBhvr>
                                      <p:to>
                                        <p:strVal val="visible"/>
                                      </p:to>
                                    </p:set>
                                    <p:anim calcmode="lin" valueType="num">
                                      <p:cBhvr additive="base">
                                        <p:cTn id="22" dur="500" fill="hold"/>
                                        <p:tgtEl>
                                          <p:spTgt spid="91146"/>
                                        </p:tgtEl>
                                        <p:attrNameLst>
                                          <p:attrName>ppt_x</p:attrName>
                                        </p:attrNameLst>
                                      </p:cBhvr>
                                      <p:tavLst>
                                        <p:tav tm="0">
                                          <p:val>
                                            <p:strVal val="1+#ppt_w/2"/>
                                          </p:val>
                                        </p:tav>
                                        <p:tav tm="100000">
                                          <p:val>
                                            <p:strVal val="#ppt_x"/>
                                          </p:val>
                                        </p:tav>
                                      </p:tavLst>
                                    </p:anim>
                                    <p:anim calcmode="lin" valueType="num">
                                      <p:cBhvr additive="base">
                                        <p:cTn id="23" dur="500" fill="hold"/>
                                        <p:tgtEl>
                                          <p:spTgt spid="911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animBg="1" autoUpdateAnimBg="0"/>
      <p:bldP spid="91144" grpId="0" animBg="1" autoUpdateAnimBg="0"/>
      <p:bldP spid="91145" grpId="0" animBg="1"/>
      <p:bldP spid="9114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ChangeArrowheads="1"/>
          </p:cNvSpPr>
          <p:nvPr/>
        </p:nvSpPr>
        <p:spPr bwMode="auto">
          <a:xfrm>
            <a:off x="1368425" y="333375"/>
            <a:ext cx="5404043" cy="4616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eaLnBrk="1" hangingPunct="1">
              <a:spcBef>
                <a:spcPct val="50000"/>
              </a:spcBef>
            </a:pPr>
            <a:r>
              <a:rPr lang="es-ES_tradnl"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ahoma" pitchFamily="34" charset="0"/>
              </a:rPr>
              <a:t>DESARROLLO DE LA PROPUESTA</a:t>
            </a:r>
            <a:endParaRPr lang="es-E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Tahoma" pitchFamily="34" charset="0"/>
            </a:endParaRPr>
          </a:p>
        </p:txBody>
      </p:sp>
      <p:sp>
        <p:nvSpPr>
          <p:cNvPr id="93189" name="Text Box 5"/>
          <p:cNvSpPr txBox="1">
            <a:spLocks noChangeArrowheads="1"/>
          </p:cNvSpPr>
          <p:nvPr/>
        </p:nvSpPr>
        <p:spPr bwMode="auto">
          <a:xfrm>
            <a:off x="841374" y="1772816"/>
            <a:ext cx="6754962" cy="3822585"/>
          </a:xfrm>
          <a:prstGeom prst="rect">
            <a:avLst/>
          </a:prstGeom>
          <a:noFill/>
          <a:ln w="9525">
            <a:solidFill>
              <a:srgbClr val="FF0000"/>
            </a:solidFill>
            <a:miter lim="800000"/>
            <a:headEnd/>
            <a:tailEnd/>
          </a:ln>
        </p:spPr>
        <p:txBody>
          <a:bodyPr wrap="square">
            <a:spAutoFit/>
          </a:bodyPr>
          <a:lstStyle/>
          <a:p>
            <a:pPr algn="just" eaLnBrk="1" hangingPunct="1">
              <a:lnSpc>
                <a:spcPct val="120000"/>
              </a:lnSpc>
              <a:spcBef>
                <a:spcPct val="50000"/>
              </a:spcBef>
            </a:pPr>
            <a:r>
              <a:rPr lang="es-ES_tradnl" sz="2400" b="1" dirty="0">
                <a:latin typeface="Tahoma" pitchFamily="34" charset="0"/>
              </a:rPr>
              <a:t>Consiste en presentar la solución del problema detectado. Esta debe ser cónsona con los objetivos planteados. </a:t>
            </a:r>
            <a:r>
              <a:rPr lang="es-ES_tradnl" sz="2400" b="1" dirty="0" smtClean="0">
                <a:latin typeface="Tahoma" pitchFamily="34" charset="0"/>
              </a:rPr>
              <a:t>Desarrollar </a:t>
            </a:r>
            <a:r>
              <a:rPr lang="es-ES_tradnl" sz="2400" b="1" dirty="0">
                <a:latin typeface="Tahoma" pitchFamily="34" charset="0"/>
              </a:rPr>
              <a:t>los pasos o el proceso que lleva implícita la alternativa de solución</a:t>
            </a:r>
            <a:r>
              <a:rPr lang="es-ES_tradnl" sz="2400" b="1" dirty="0" smtClean="0">
                <a:latin typeface="Tahoma" pitchFamily="34" charset="0"/>
              </a:rPr>
              <a:t>.</a:t>
            </a:r>
          </a:p>
          <a:p>
            <a:pPr algn="just" eaLnBrk="1" hangingPunct="1">
              <a:lnSpc>
                <a:spcPct val="120000"/>
              </a:lnSpc>
              <a:spcBef>
                <a:spcPct val="50000"/>
              </a:spcBef>
            </a:pPr>
            <a:r>
              <a:rPr lang="es-ES_tradnl" sz="2400" b="1" dirty="0" smtClean="0">
                <a:latin typeface="Tahoma" pitchFamily="34" charset="0"/>
              </a:rPr>
              <a:t>(Desarrollo de Estrategias, Diseño de Manuales, Diseño de Formatos e Instructivos, según sea el caso)</a:t>
            </a:r>
            <a:endParaRPr lang="es-ES" sz="2400" b="1" dirty="0">
              <a:latin typeface="Verdana" pitchFamily="34" charset="0"/>
            </a:endParaRPr>
          </a:p>
        </p:txBody>
      </p:sp>
      <p:sp>
        <p:nvSpPr>
          <p:cNvPr id="93191" name="AutoShape 7"/>
          <p:cNvSpPr>
            <a:spLocks noChangeArrowheads="1"/>
          </p:cNvSpPr>
          <p:nvPr/>
        </p:nvSpPr>
        <p:spPr bwMode="auto">
          <a:xfrm>
            <a:off x="7698432" y="1772816"/>
            <a:ext cx="762000" cy="2216572"/>
          </a:xfrm>
          <a:prstGeom prst="curvedLeftArrow">
            <a:avLst>
              <a:gd name="adj1" fmla="val 44000"/>
              <a:gd name="adj2" fmla="val 88000"/>
              <a:gd name="adj3" fmla="val 33333"/>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s-VE"/>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0-#ppt_w/2"/>
                                          </p:val>
                                        </p:tav>
                                        <p:tav tm="100000">
                                          <p:val>
                                            <p:strVal val="#ppt_x"/>
                                          </p:val>
                                        </p:tav>
                                      </p:tavLst>
                                    </p:anim>
                                    <p:anim calcmode="lin" valueType="num">
                                      <p:cBhvr additive="base">
                                        <p:cTn id="8" dur="500" fill="hold"/>
                                        <p:tgtEl>
                                          <p:spTgt spid="9318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93191"/>
                                        </p:tgtEl>
                                        <p:attrNameLst>
                                          <p:attrName>style.visibility</p:attrName>
                                        </p:attrNameLst>
                                      </p:cBhvr>
                                      <p:to>
                                        <p:strVal val="visible"/>
                                      </p:to>
                                    </p:set>
                                    <p:anim calcmode="lin" valueType="num">
                                      <p:cBhvr additive="base">
                                        <p:cTn id="12" dur="500" fill="hold"/>
                                        <p:tgtEl>
                                          <p:spTgt spid="93191"/>
                                        </p:tgtEl>
                                        <p:attrNameLst>
                                          <p:attrName>ppt_x</p:attrName>
                                        </p:attrNameLst>
                                      </p:cBhvr>
                                      <p:tavLst>
                                        <p:tav tm="0">
                                          <p:val>
                                            <p:strVal val="1+#ppt_w/2"/>
                                          </p:val>
                                        </p:tav>
                                        <p:tav tm="100000">
                                          <p:val>
                                            <p:strVal val="#ppt_x"/>
                                          </p:val>
                                        </p:tav>
                                      </p:tavLst>
                                    </p:anim>
                                    <p:anim calcmode="lin" valueType="num">
                                      <p:cBhvr additive="base">
                                        <p:cTn id="13" dur="500" fill="hold"/>
                                        <p:tgtEl>
                                          <p:spTgt spid="931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animBg="1" autoUpdateAnimBg="0"/>
      <p:bldP spid="9319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1258888" y="1557338"/>
            <a:ext cx="6553200" cy="712787"/>
          </a:xfrm>
          <a:prstGeom prst="rect">
            <a:avLst/>
          </a:prstGeom>
          <a:noFill/>
          <a:ln w="9525">
            <a:noFill/>
            <a:miter lim="800000"/>
            <a:headEnd/>
            <a:tailEnd/>
          </a:ln>
        </p:spPr>
        <p:txBody>
          <a:bodyPr>
            <a:spAutoFit/>
          </a:bodyPr>
          <a:lstStyle/>
          <a:p>
            <a:pPr algn="ctr" eaLnBrk="1" hangingPunct="1">
              <a:lnSpc>
                <a:spcPct val="70000"/>
              </a:lnSpc>
              <a:spcBef>
                <a:spcPct val="50000"/>
              </a:spcBef>
            </a:pPr>
            <a:r>
              <a:rPr lang="es-ES_tradnl" sz="2400" b="1">
                <a:solidFill>
                  <a:srgbClr val="FFFF00"/>
                </a:solidFill>
                <a:latin typeface="Tahoma" pitchFamily="34" charset="0"/>
              </a:rPr>
              <a:t>.</a:t>
            </a:r>
            <a:endParaRPr lang="es-ES" sz="2400" b="1">
              <a:solidFill>
                <a:srgbClr val="FFFF00"/>
              </a:solidFill>
              <a:latin typeface="Tahoma" pitchFamily="34" charset="0"/>
            </a:endParaRPr>
          </a:p>
          <a:p>
            <a:pPr algn="ctr"/>
            <a:endParaRPr lang="es-ES" sz="2400" b="1">
              <a:solidFill>
                <a:srgbClr val="CCECFF"/>
              </a:solidFill>
              <a:latin typeface="Tahoma" pitchFamily="34" charset="0"/>
            </a:endParaRPr>
          </a:p>
        </p:txBody>
      </p:sp>
      <p:graphicFrame>
        <p:nvGraphicFramePr>
          <p:cNvPr id="6" name="5 Tabla"/>
          <p:cNvGraphicFramePr>
            <a:graphicFrameLocks noGrp="1"/>
          </p:cNvGraphicFramePr>
          <p:nvPr>
            <p:extLst>
              <p:ext uri="{D42A27DB-BD31-4B8C-83A1-F6EECF244321}">
                <p14:modId xmlns:p14="http://schemas.microsoft.com/office/powerpoint/2010/main" val="1917608254"/>
              </p:ext>
            </p:extLst>
          </p:nvPr>
        </p:nvGraphicFramePr>
        <p:xfrm>
          <a:off x="920700" y="2479662"/>
          <a:ext cx="7229574" cy="2128457"/>
        </p:xfrm>
        <a:graphic>
          <a:graphicData uri="http://schemas.openxmlformats.org/drawingml/2006/table">
            <a:tbl>
              <a:tblPr/>
              <a:tblGrid>
                <a:gridCol w="7229574"/>
              </a:tblGrid>
              <a:tr h="0">
                <a:tc>
                  <a:txBody>
                    <a:bodyPr/>
                    <a:lstStyle/>
                    <a:p>
                      <a:pPr>
                        <a:lnSpc>
                          <a:spcPct val="150000"/>
                        </a:lnSpc>
                        <a:spcAft>
                          <a:spcPts val="0"/>
                        </a:spcAft>
                      </a:pPr>
                      <a:r>
                        <a:rPr lang="es-ES" sz="2400" b="1" dirty="0">
                          <a:latin typeface="Arial"/>
                          <a:ea typeface="Times New Roman"/>
                          <a:cs typeface="Times New Roman"/>
                        </a:rPr>
                        <a:t>CONCLUSIONES  </a:t>
                      </a:r>
                      <a:endParaRPr lang="es-ES" sz="2400" dirty="0">
                        <a:latin typeface="Times New Roman"/>
                        <a:ea typeface="Times New Roman"/>
                        <a:cs typeface="Times New Roman"/>
                      </a:endParaRPr>
                    </a:p>
                  </a:txBody>
                  <a:tcPr marL="44450" marR="44450" marT="0" marB="0">
                    <a:lnL>
                      <a:noFill/>
                    </a:lnL>
                    <a:lnR>
                      <a:noFill/>
                    </a:lnR>
                    <a:lnT>
                      <a:noFill/>
                    </a:lnT>
                    <a:lnB>
                      <a:noFill/>
                    </a:lnB>
                  </a:tcPr>
                </a:tc>
              </a:tr>
              <a:tr h="0">
                <a:tc>
                  <a:txBody>
                    <a:bodyPr/>
                    <a:lstStyle/>
                    <a:p>
                      <a:pPr>
                        <a:lnSpc>
                          <a:spcPct val="150000"/>
                        </a:lnSpc>
                        <a:spcAft>
                          <a:spcPts val="0"/>
                        </a:spcAft>
                      </a:pPr>
                      <a:r>
                        <a:rPr lang="es-ES" sz="2400" b="1" dirty="0">
                          <a:latin typeface="Arial"/>
                          <a:ea typeface="Times New Roman"/>
                          <a:cs typeface="Times New Roman"/>
                        </a:rPr>
                        <a:t>LISTA DE REFERENCIA</a:t>
                      </a:r>
                      <a:endParaRPr lang="es-ES" sz="2400" dirty="0">
                        <a:latin typeface="Times New Roman"/>
                        <a:ea typeface="Times New Roman"/>
                        <a:cs typeface="Times New Roman"/>
                      </a:endParaRPr>
                    </a:p>
                  </a:txBody>
                  <a:tcPr marL="44450" marR="44450" marT="0" marB="0">
                    <a:lnL>
                      <a:noFill/>
                    </a:lnL>
                    <a:lnR>
                      <a:noFill/>
                    </a:lnR>
                    <a:lnT>
                      <a:noFill/>
                    </a:lnT>
                    <a:lnB>
                      <a:noFill/>
                    </a:lnB>
                  </a:tcPr>
                </a:tc>
              </a:tr>
              <a:tr h="0">
                <a:tc>
                  <a:txBody>
                    <a:bodyPr/>
                    <a:lstStyle/>
                    <a:p>
                      <a:pPr>
                        <a:lnSpc>
                          <a:spcPct val="150000"/>
                        </a:lnSpc>
                        <a:spcAft>
                          <a:spcPts val="0"/>
                        </a:spcAft>
                      </a:pPr>
                      <a:r>
                        <a:rPr lang="es-ES" sz="2400" b="1">
                          <a:latin typeface="Arial"/>
                          <a:ea typeface="Times New Roman"/>
                          <a:cs typeface="Times New Roman"/>
                        </a:rPr>
                        <a:t>GLOSARIO DE TÉRMINOS</a:t>
                      </a:r>
                      <a:endParaRPr lang="es-ES" sz="2400">
                        <a:latin typeface="Times New Roman"/>
                        <a:ea typeface="Times New Roman"/>
                        <a:cs typeface="Times New Roman"/>
                      </a:endParaRPr>
                    </a:p>
                  </a:txBody>
                  <a:tcPr marL="44450" marR="44450" marT="0" marB="0">
                    <a:lnL>
                      <a:noFill/>
                    </a:lnL>
                    <a:lnR>
                      <a:noFill/>
                    </a:lnR>
                    <a:lnT>
                      <a:noFill/>
                    </a:lnT>
                    <a:lnB>
                      <a:noFill/>
                    </a:lnB>
                  </a:tcPr>
                </a:tc>
              </a:tr>
              <a:tr h="0">
                <a:tc>
                  <a:txBody>
                    <a:bodyPr/>
                    <a:lstStyle/>
                    <a:p>
                      <a:pPr>
                        <a:lnSpc>
                          <a:spcPct val="150000"/>
                        </a:lnSpc>
                        <a:spcAft>
                          <a:spcPts val="0"/>
                        </a:spcAft>
                      </a:pPr>
                      <a:r>
                        <a:rPr lang="es-ES" sz="2400" b="1" dirty="0">
                          <a:latin typeface="Arial"/>
                          <a:ea typeface="Times New Roman"/>
                          <a:cs typeface="Times New Roman"/>
                        </a:rPr>
                        <a:t>ANEXOS   </a:t>
                      </a:r>
                      <a:r>
                        <a:rPr lang="es-ES" sz="2400" b="1" dirty="0" smtClean="0">
                          <a:latin typeface="Arial"/>
                          <a:ea typeface="Times New Roman"/>
                          <a:cs typeface="Times New Roman"/>
                        </a:rPr>
                        <a:t>(EVIDENCIAS FOTOGRÁFICAS)             </a:t>
                      </a:r>
                      <a:endParaRPr lang="es-ES" sz="2400" dirty="0">
                        <a:latin typeface="Times New Roman"/>
                        <a:ea typeface="Times New Roman"/>
                        <a:cs typeface="Times New Roman"/>
                      </a:endParaRPr>
                    </a:p>
                  </a:txBody>
                  <a:tcPr marL="44450" marR="44450" marT="0" marB="0">
                    <a:lnL>
                      <a:noFill/>
                    </a:lnL>
                    <a:lnR>
                      <a:noFill/>
                    </a:lnR>
                    <a:lnT>
                      <a:noFill/>
                    </a:lnT>
                    <a:lnB>
                      <a:noFill/>
                    </a:lnB>
                  </a:tcPr>
                </a:tc>
              </a:tr>
            </a:tbl>
          </a:graphicData>
        </a:graphic>
      </p:graphicFrame>
    </p:spTree>
  </p:cSld>
  <p:clrMapOvr>
    <a:masterClrMapping/>
  </p:clrMapOvr>
  <p:transition spd="med">
    <p:wedg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EFINEDINNAVIGATOR" val="True"/>
  <p:tag name="HOTSPOTTYPE" val="DefinedInNavigator"/>
  <p:tag name="BRANCHTO" val="262"/>
</p:tagLst>
</file>

<file path=ppt/theme/theme1.xml><?xml version="1.0" encoding="utf-8"?>
<a:theme xmlns:a="http://schemas.openxmlformats.org/drawingml/2006/main"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Rad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1_Recomendación de una estrategia">
  <a:themeElements>
    <a:clrScheme name="Recomendación de una estrategia 1">
      <a:dk1>
        <a:srgbClr val="009999"/>
      </a:dk1>
      <a:lt1>
        <a:srgbClr val="FFFFFF"/>
      </a:lt1>
      <a:dk2>
        <a:srgbClr val="000066"/>
      </a:dk2>
      <a:lt2>
        <a:srgbClr val="339966"/>
      </a:lt2>
      <a:accent1>
        <a:srgbClr val="00CC99"/>
      </a:accent1>
      <a:accent2>
        <a:srgbClr val="0099CC"/>
      </a:accent2>
      <a:accent3>
        <a:srgbClr val="AAAAB8"/>
      </a:accent3>
      <a:accent4>
        <a:srgbClr val="DADADA"/>
      </a:accent4>
      <a:accent5>
        <a:srgbClr val="AAE2CA"/>
      </a:accent5>
      <a:accent6>
        <a:srgbClr val="008AB9"/>
      </a:accent6>
      <a:hlink>
        <a:srgbClr val="336699"/>
      </a:hlink>
      <a:folHlink>
        <a:srgbClr val="B2B2B2"/>
      </a:folHlink>
    </a:clrScheme>
    <a:fontScheme name="11_Recomendación de una estrategia">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Recomendación de una estrategia 1">
        <a:dk1>
          <a:srgbClr val="009999"/>
        </a:dk1>
        <a:lt1>
          <a:srgbClr val="FFFFFF"/>
        </a:lt1>
        <a:dk2>
          <a:srgbClr val="000066"/>
        </a:dk2>
        <a:lt2>
          <a:srgbClr val="339966"/>
        </a:lt2>
        <a:accent1>
          <a:srgbClr val="00CC99"/>
        </a:accent1>
        <a:accent2>
          <a:srgbClr val="0099CC"/>
        </a:accent2>
        <a:accent3>
          <a:srgbClr val="AAAAB8"/>
        </a:accent3>
        <a:accent4>
          <a:srgbClr val="DADADA"/>
        </a:accent4>
        <a:accent5>
          <a:srgbClr val="AAE2CA"/>
        </a:accent5>
        <a:accent6>
          <a:srgbClr val="008AB9"/>
        </a:accent6>
        <a:hlink>
          <a:srgbClr val="336699"/>
        </a:hlink>
        <a:folHlink>
          <a:srgbClr val="B2B2B2"/>
        </a:folHlink>
      </a:clrScheme>
      <a:clrMap bg1="dk2" tx1="lt1" bg2="dk1" tx2="lt2" accent1="accent1" accent2="accent2" accent3="accent3" accent4="accent4" accent5="accent5" accent6="accent6" hlink="hlink" folHlink="folHlink"/>
    </a:extraClrScheme>
    <a:extraClrScheme>
      <a:clrScheme name="Recomendación de una estrategia 2">
        <a:dk1>
          <a:srgbClr val="000000"/>
        </a:dk1>
        <a:lt1>
          <a:srgbClr val="FFFFFF"/>
        </a:lt1>
        <a:dk2>
          <a:srgbClr val="009900"/>
        </a:dk2>
        <a:lt2>
          <a:srgbClr val="CC0000"/>
        </a:lt2>
        <a:accent1>
          <a:srgbClr val="CCCC00"/>
        </a:accent1>
        <a:accent2>
          <a:srgbClr val="3333CC"/>
        </a:accent2>
        <a:accent3>
          <a:srgbClr val="FFFFFF"/>
        </a:accent3>
        <a:accent4>
          <a:srgbClr val="000000"/>
        </a:accent4>
        <a:accent5>
          <a:srgbClr val="E2E2AA"/>
        </a:accent5>
        <a:accent6>
          <a:srgbClr val="2D2DB9"/>
        </a:accent6>
        <a:hlink>
          <a:srgbClr val="000000"/>
        </a:hlink>
        <a:folHlink>
          <a:srgbClr val="808080"/>
        </a:folHlink>
      </a:clrScheme>
      <a:clrMap bg1="lt1" tx1="dk1" bg2="lt2" tx2="dk2" accent1="accent1" accent2="accent2" accent3="accent3" accent4="accent4" accent5="accent5" accent6="accent6" hlink="hlink" folHlink="folHlink"/>
    </a:extraClrScheme>
    <a:extraClrScheme>
      <a:clrScheme name="Recomendación de una estrategi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comendación de una estrategia 4">
        <a:dk1>
          <a:srgbClr val="333399"/>
        </a:dk1>
        <a:lt1>
          <a:srgbClr val="FFFFCC"/>
        </a:lt1>
        <a:dk2>
          <a:srgbClr val="000000"/>
        </a:dk2>
        <a:lt2>
          <a:srgbClr val="0000FF"/>
        </a:lt2>
        <a:accent1>
          <a:srgbClr val="800000"/>
        </a:accent1>
        <a:accent2>
          <a:srgbClr val="3366CC"/>
        </a:accent2>
        <a:accent3>
          <a:srgbClr val="AAAAAA"/>
        </a:accent3>
        <a:accent4>
          <a:srgbClr val="DADAAE"/>
        </a:accent4>
        <a:accent5>
          <a:srgbClr val="C0AAAA"/>
        </a:accent5>
        <a:accent6>
          <a:srgbClr val="2D5CB9"/>
        </a:accent6>
        <a:hlink>
          <a:srgbClr val="FFFFFF"/>
        </a:hlink>
        <a:folHlink>
          <a:srgbClr val="B2B2B2"/>
        </a:folHlink>
      </a:clrScheme>
      <a:clrMap bg1="dk2" tx1="lt1" bg2="dk1" tx2="lt2" accent1="accent1" accent2="accent2" accent3="accent3" accent4="accent4" accent5="accent5" accent6="accent6" hlink="hlink" folHlink="folHlink"/>
    </a:extraClrScheme>
    <a:extraClrScheme>
      <a:clrScheme name="Recomendación de una estrategia 5">
        <a:dk1>
          <a:srgbClr val="CC3300"/>
        </a:dk1>
        <a:lt1>
          <a:srgbClr val="FFFFCC"/>
        </a:lt1>
        <a:dk2>
          <a:srgbClr val="000000"/>
        </a:dk2>
        <a:lt2>
          <a:srgbClr val="CC6600"/>
        </a:lt2>
        <a:accent1>
          <a:srgbClr val="993300"/>
        </a:accent1>
        <a:accent2>
          <a:srgbClr val="808000"/>
        </a:accent2>
        <a:accent3>
          <a:srgbClr val="AAAAAA"/>
        </a:accent3>
        <a:accent4>
          <a:srgbClr val="DADAAE"/>
        </a:accent4>
        <a:accent5>
          <a:srgbClr val="CAADAA"/>
        </a:accent5>
        <a:accent6>
          <a:srgbClr val="7373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Recomendación de una estrategia 6">
        <a:dk1>
          <a:srgbClr val="66CCFF"/>
        </a:dk1>
        <a:lt1>
          <a:srgbClr val="CCECFF"/>
        </a:lt1>
        <a:dk2>
          <a:srgbClr val="000000"/>
        </a:dk2>
        <a:lt2>
          <a:srgbClr val="9999FF"/>
        </a:lt2>
        <a:accent1>
          <a:srgbClr val="FFFFFF"/>
        </a:accent1>
        <a:accent2>
          <a:srgbClr val="99CCFF"/>
        </a:accent2>
        <a:accent3>
          <a:srgbClr val="AAAAAA"/>
        </a:accent3>
        <a:accent4>
          <a:srgbClr val="AEC9DA"/>
        </a:accent4>
        <a:accent5>
          <a:srgbClr val="FFFFFF"/>
        </a:accent5>
        <a:accent6>
          <a:srgbClr val="8AB9E7"/>
        </a:accent6>
        <a:hlink>
          <a:srgbClr val="CCECFF"/>
        </a:hlink>
        <a:folHlink>
          <a:srgbClr val="B2B2B2"/>
        </a:folHlink>
      </a:clrScheme>
      <a:clrMap bg1="dk2" tx1="lt1" bg2="dk1" tx2="lt2" accent1="accent1" accent2="accent2" accent3="accent3" accent4="accent4" accent5="accent5" accent6="accent6" hlink="hlink" folHlink="folHlink"/>
    </a:extraClrScheme>
    <a:extraClrScheme>
      <a:clrScheme name="Recomendación de una estrategia 7">
        <a:dk1>
          <a:srgbClr val="993366"/>
        </a:dk1>
        <a:lt1>
          <a:srgbClr val="FFFFCC"/>
        </a:lt1>
        <a:dk2>
          <a:srgbClr val="333399"/>
        </a:dk2>
        <a:lt2>
          <a:srgbClr val="0066FF"/>
        </a:lt2>
        <a:accent1>
          <a:srgbClr val="6600FF"/>
        </a:accent1>
        <a:accent2>
          <a:srgbClr val="0099CC"/>
        </a:accent2>
        <a:accent3>
          <a:srgbClr val="ADADCA"/>
        </a:accent3>
        <a:accent4>
          <a:srgbClr val="DADAAE"/>
        </a:accent4>
        <a:accent5>
          <a:srgbClr val="B8AAFF"/>
        </a:accent5>
        <a:accent6>
          <a:srgbClr val="008AB9"/>
        </a:accent6>
        <a:hlink>
          <a:srgbClr val="66FFFF"/>
        </a:hlink>
        <a:folHlink>
          <a:srgbClr val="B2B2B2"/>
        </a:folHlink>
      </a:clrScheme>
      <a:clrMap bg1="dk2" tx1="lt1" bg2="dk1" tx2="lt2" accent1="accent1" accent2="accent2" accent3="accent3" accent4="accent4" accent5="accent5" accent6="accent6" hlink="hlink" folHlink="folHlink"/>
    </a:extraClrScheme>
    <a:extraClrScheme>
      <a:clrScheme name="Recomendación de una estrategia 8">
        <a:dk1>
          <a:srgbClr val="993366"/>
        </a:dk1>
        <a:lt1>
          <a:srgbClr val="EAEAEA"/>
        </a:lt1>
        <a:dk2>
          <a:srgbClr val="660066"/>
        </a:dk2>
        <a:lt2>
          <a:srgbClr val="CC0000"/>
        </a:lt2>
        <a:accent1>
          <a:srgbClr val="A50021"/>
        </a:accent1>
        <a:accent2>
          <a:srgbClr val="660033"/>
        </a:accent2>
        <a:accent3>
          <a:srgbClr val="B8AAB8"/>
        </a:accent3>
        <a:accent4>
          <a:srgbClr val="C8C8C8"/>
        </a:accent4>
        <a:accent5>
          <a:srgbClr val="CFAAAB"/>
        </a:accent5>
        <a:accent6>
          <a:srgbClr val="5C00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Recommending A Strategy</Template>
  <TotalTime>1838</TotalTime>
  <Words>768</Words>
  <Application>Microsoft Office PowerPoint</Application>
  <PresentationFormat>Presentación en pantalla (4:3)</PresentationFormat>
  <Paragraphs>196</Paragraphs>
  <Slides>26</Slides>
  <Notes>21</Notes>
  <HiddenSlides>0</HiddenSlides>
  <MMClips>0</MMClips>
  <ScaleCrop>false</ScaleCrop>
  <HeadingPairs>
    <vt:vector size="4" baseType="variant">
      <vt:variant>
        <vt:lpstr>Tema</vt:lpstr>
      </vt:variant>
      <vt:variant>
        <vt:i4>2</vt:i4>
      </vt:variant>
      <vt:variant>
        <vt:lpstr>Títulos de diapositiva</vt:lpstr>
      </vt:variant>
      <vt:variant>
        <vt:i4>26</vt:i4>
      </vt:variant>
    </vt:vector>
  </HeadingPairs>
  <TitlesOfParts>
    <vt:vector size="28" baseType="lpstr">
      <vt:lpstr>Radial</vt:lpstr>
      <vt:lpstr>11_Recomendación de una estrategia</vt:lpstr>
      <vt:lpstr>EL INFORME DE PASANTÍAS  </vt:lpstr>
      <vt:lpstr>EL INFORME DE PASANTÍA</vt:lpstr>
      <vt:lpstr>PÁGINAS PRELIMINARES</vt:lpstr>
      <vt:lpstr>PÁGINAS PRELIMINARES</vt:lpstr>
      <vt:lpstr>PÁGINAS PRELIMINARES</vt:lpstr>
      <vt:lpstr>PÁGINAS PRELIMINARES</vt:lpstr>
      <vt:lpstr>PÁGINAS PRELIMINARES</vt:lpstr>
      <vt:lpstr>PÁGINAS PRELIMINARES</vt:lpstr>
      <vt:lpstr>PÁGINAS PRELIMINARES</vt:lpstr>
      <vt:lpstr>CAPITULO I  RESEÑA DE LA EMPRESA.</vt:lpstr>
      <vt:lpstr>CAPITULO II  DESCRIPCIÓN DEL DEPARTAMENTO DONDE REALIZÓ LAS PASANTÍAS. </vt:lpstr>
      <vt:lpstr>CAPITULO III  ACTIVIDADES DESARROLLADAS </vt:lpstr>
      <vt:lpstr>CRONOGRAMA DE ACTIVIDADES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ARGENIS</dc:creator>
  <cp:lastModifiedBy>LuisLuna</cp:lastModifiedBy>
  <cp:revision>277</cp:revision>
  <cp:lastPrinted>1601-01-01T00:00:00Z</cp:lastPrinted>
  <dcterms:created xsi:type="dcterms:W3CDTF">1601-01-01T00:00:00Z</dcterms:created>
  <dcterms:modified xsi:type="dcterms:W3CDTF">2025-03-05T12:17:58Z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3</vt:i4>
  </property>
  <property fmtid="{D5CDD505-2E9C-101B-9397-08002B2CF9AE}" pid="3" name="LCID">
    <vt:i4>3082</vt:i4>
  </property>
</Properties>
</file>